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1" r:id="rId3"/>
    <p:sldMasterId id="2147483678" r:id="rId4"/>
    <p:sldMasterId id="2147483681" r:id="rId5"/>
  </p:sldMasterIdLst>
  <p:notesMasterIdLst>
    <p:notesMasterId r:id="rId22"/>
  </p:notesMasterIdLst>
  <p:handoutMasterIdLst>
    <p:handoutMasterId r:id="rId23"/>
  </p:handoutMasterIdLst>
  <p:sldIdLst>
    <p:sldId id="395" r:id="rId6"/>
    <p:sldId id="322" r:id="rId7"/>
    <p:sldId id="403" r:id="rId8"/>
    <p:sldId id="405" r:id="rId9"/>
    <p:sldId id="424" r:id="rId10"/>
    <p:sldId id="425" r:id="rId11"/>
    <p:sldId id="411" r:id="rId12"/>
    <p:sldId id="416" r:id="rId13"/>
    <p:sldId id="420" r:id="rId14"/>
    <p:sldId id="426" r:id="rId15"/>
    <p:sldId id="419" r:id="rId16"/>
    <p:sldId id="282" r:id="rId17"/>
    <p:sldId id="427" r:id="rId18"/>
    <p:sldId id="428" r:id="rId19"/>
    <p:sldId id="429" r:id="rId20"/>
    <p:sldId id="274" r:id="rId21"/>
  </p:sldIdLst>
  <p:sldSz cx="12192000" cy="6858000"/>
  <p:notesSz cx="6858000" cy="9144000"/>
  <p:defaultTextStyle>
    <a:defPPr>
      <a:defRPr lang="ca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01.Portades" id="{6B7FA208-D64F-48B9-B2BC-560DA1D52324}">
          <p14:sldIdLst>
            <p14:sldId id="395"/>
            <p14:sldId id="322"/>
          </p14:sldIdLst>
        </p14:section>
        <p14:section name="Ordre del dia" id="{5F8B5640-643E-4C58-AD6E-21CCBA0E9F84}">
          <p14:sldIdLst>
            <p14:sldId id="403"/>
            <p14:sldId id="405"/>
          </p14:sldIdLst>
        </p14:section>
        <p14:section name="Lectura i aprovació de l'acta anterior" id="{43650EBD-8DB8-4875-85B1-FDFE7843FA16}">
          <p14:sldIdLst>
            <p14:sldId id="424"/>
          </p14:sldIdLst>
        </p14:section>
        <p14:section name="Aprovació de la memòria anual de 2025" id="{C095B2F7-A6C9-4A94-90D3-D5E49ACA5A68}">
          <p14:sldIdLst>
            <p14:sldId id="425"/>
            <p14:sldId id="411"/>
            <p14:sldId id="416"/>
          </p14:sldIdLst>
        </p14:section>
        <p14:section name="Programa d’actuacions 2026" id="{783C8033-C41A-4FB1-B928-BBFA51AC8447}">
          <p14:sldIdLst>
            <p14:sldId id="420"/>
          </p14:sldIdLst>
        </p14:section>
        <p14:section name="Pressupost 2026" id="{34DF73D4-1F94-4039-AB96-DFAD6F4A5800}">
          <p14:sldIdLst>
            <p14:sldId id="426"/>
            <p14:sldId id="419"/>
            <p14:sldId id="282"/>
          </p14:sldIdLst>
        </p14:section>
        <p14:section name="Programa d'actuacions 2026" id="{4C45E919-2A25-4CF2-AE1E-8B6A3C6CB861}">
          <p14:sldIdLst>
            <p14:sldId id="427"/>
          </p14:sldIdLst>
        </p14:section>
        <p14:section name="Altres temes a tractar" id="{0CE1AC34-76AC-4C1D-9BD1-857BB2DB524B}">
          <p14:sldIdLst>
            <p14:sldId id="428"/>
          </p14:sldIdLst>
        </p14:section>
        <p14:section name="Torn obert de paraules" id="{D2F6F5B8-ED49-4A6E-92E5-34378ED18ADC}">
          <p14:sldIdLst>
            <p14:sldId id="429"/>
          </p14:sldIdLst>
        </p14:section>
        <p14:section name="05.Tancament" id="{82B3C2A4-0F84-4792-AD1D-72D2381D8970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4CC"/>
    <a:srgbClr val="CCAAA3"/>
    <a:srgbClr val="CC6652"/>
    <a:srgbClr val="CC8C7A"/>
    <a:srgbClr val="CC4B29"/>
    <a:srgbClr val="D7282F"/>
    <a:srgbClr val="FCDBCB"/>
    <a:srgbClr val="F7B497"/>
    <a:srgbClr val="C000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 amb tema 1 - èmfasi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Sense estil ni q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9" autoAdjust="0"/>
    <p:restoredTop sz="94595" autoAdjust="0"/>
  </p:normalViewPr>
  <p:slideViewPr>
    <p:cSldViewPr snapToGrid="0" showGuides="1">
      <p:cViewPr varScale="1">
        <p:scale>
          <a:sx n="104" d="100"/>
          <a:sy n="104" d="100"/>
        </p:scale>
        <p:origin x="882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27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a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Full1!$B$1</c:f>
              <c:strCache>
                <c:ptCount val="1"/>
                <c:pt idx="0">
                  <c:v>Percentatge</c:v>
                </c:pt>
              </c:strCache>
            </c:strRef>
          </c:tx>
          <c:dPt>
            <c:idx val="0"/>
            <c:bubble3D val="0"/>
            <c:spPr>
              <a:solidFill>
                <a:srgbClr val="D7282F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58B5-4A95-BC7A-956991BC23DD}"/>
              </c:ext>
            </c:extLst>
          </c:dPt>
          <c:dPt>
            <c:idx val="1"/>
            <c:bubble3D val="0"/>
            <c:spPr>
              <a:solidFill>
                <a:srgbClr val="D7282F">
                  <a:alpha val="80000"/>
                </a:srgb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8B5-4A95-BC7A-956991BC23DD}"/>
              </c:ext>
            </c:extLst>
          </c:dPt>
          <c:dPt>
            <c:idx val="2"/>
            <c:bubble3D val="0"/>
            <c:spPr>
              <a:solidFill>
                <a:srgbClr val="D7282F">
                  <a:alpha val="60000"/>
                </a:srgb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58B5-4A95-BC7A-956991BC23DD}"/>
              </c:ext>
            </c:extLst>
          </c:dPt>
          <c:dPt>
            <c:idx val="3"/>
            <c:bubble3D val="0"/>
            <c:spPr>
              <a:solidFill>
                <a:srgbClr val="D7282F">
                  <a:alpha val="40000"/>
                </a:srgb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8B5-4A95-BC7A-956991BC23DD}"/>
              </c:ext>
            </c:extLst>
          </c:dPt>
          <c:dPt>
            <c:idx val="4"/>
            <c:bubble3D val="0"/>
            <c:spPr>
              <a:solidFill>
                <a:srgbClr val="D7282F">
                  <a:alpha val="20000"/>
                </a:srgb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58B5-4A95-BC7A-956991BC23DD}"/>
              </c:ext>
            </c:extLst>
          </c:dPt>
          <c:dPt>
            <c:idx val="5"/>
            <c:bubble3D val="0"/>
            <c:spPr>
              <a:solidFill>
                <a:srgbClr val="D7282F">
                  <a:alpha val="10000"/>
                </a:srgbClr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8B5-4A95-BC7A-956991BC23DD}"/>
              </c:ext>
            </c:extLst>
          </c:dPt>
          <c:dLbls>
            <c:dLbl>
              <c:idx val="4"/>
              <c:tx>
                <c:rich>
                  <a:bodyPr/>
                  <a:lstStyle/>
                  <a:p>
                    <a:fld id="{8C617EAB-EEFA-485A-BE0A-5E4B49943165}" type="PERCENTAGE">
                      <a:rPr lang="en-US">
                        <a:solidFill>
                          <a:schemeClr val="tx1"/>
                        </a:solidFill>
                      </a:rPr>
                      <a:pPr/>
                      <a:t>[PERCENTATGE]</a:t>
                    </a:fld>
                    <a:endParaRPr lang="ca-E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58B5-4A95-BC7A-956991BC23D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0BFC2A8D-0FCA-422E-8C3D-C6D1EEA3EBFC}" type="PERCENTAGE">
                      <a:rPr lang="en-US">
                        <a:solidFill>
                          <a:schemeClr val="tx1"/>
                        </a:solidFill>
                      </a:rPr>
                      <a:pPr/>
                      <a:t>[PERCENTATGE]</a:t>
                    </a:fld>
                    <a:endParaRPr lang="ca-ES"/>
                  </a:p>
                </c:rich>
              </c:tx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58B5-4A95-BC7A-956991BC23D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ca-E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Full1!$A$2:$A$7</c:f>
              <c:strCache>
                <c:ptCount val="6"/>
                <c:pt idx="0">
                  <c:v>Natura</c:v>
                </c:pt>
                <c:pt idx="1">
                  <c:v>Coneixement</c:v>
                </c:pt>
                <c:pt idx="2">
                  <c:v>Ús públic i social</c:v>
                </c:pt>
                <c:pt idx="3">
                  <c:v>Comunicació, educació i voluntariat ambiental</c:v>
                </c:pt>
                <c:pt idx="4">
                  <c:v>Gestió i administració</c:v>
                </c:pt>
                <c:pt idx="5">
                  <c:v>Desenvolupament local</c:v>
                </c:pt>
              </c:strCache>
            </c:strRef>
          </c:cat>
          <c:val>
            <c:numRef>
              <c:f>Full1!$B$2:$B$7</c:f>
              <c:numCache>
                <c:formatCode>General</c:formatCode>
                <c:ptCount val="6"/>
                <c:pt idx="0">
                  <c:v>18</c:v>
                </c:pt>
                <c:pt idx="1">
                  <c:v>8</c:v>
                </c:pt>
                <c:pt idx="2">
                  <c:v>14</c:v>
                </c:pt>
                <c:pt idx="3">
                  <c:v>8</c:v>
                </c:pt>
                <c:pt idx="4">
                  <c:v>10</c:v>
                </c:pt>
                <c:pt idx="5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B5-4A95-BC7A-956991BC23D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t" anchorCtr="1"/>
        <a:lstStyle/>
        <a:p>
          <a:pPr algn="just">
            <a:defRPr sz="10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a-E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ca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a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Full1!$B$1</c:f>
              <c:strCache>
                <c:ptCount val="1"/>
                <c:pt idx="0">
                  <c:v>Percentatge</c:v>
                </c:pt>
              </c:strCache>
            </c:strRef>
          </c:tx>
          <c:dPt>
            <c:idx val="0"/>
            <c:bubble3D val="0"/>
            <c:spPr>
              <a:solidFill>
                <a:srgbClr val="D7282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A1-44A0-950E-0E494AF8062E}"/>
              </c:ext>
            </c:extLst>
          </c:dPt>
          <c:dPt>
            <c:idx val="1"/>
            <c:bubble3D val="0"/>
            <c:spPr>
              <a:solidFill>
                <a:srgbClr val="D7282F">
                  <a:alpha val="8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1A1-44A0-950E-0E494AF8062E}"/>
              </c:ext>
            </c:extLst>
          </c:dPt>
          <c:dPt>
            <c:idx val="2"/>
            <c:bubble3D val="0"/>
            <c:spPr>
              <a:solidFill>
                <a:srgbClr val="D7282F">
                  <a:alpha val="6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A1-44A0-950E-0E494AF8062E}"/>
              </c:ext>
            </c:extLst>
          </c:dPt>
          <c:dPt>
            <c:idx val="3"/>
            <c:bubble3D val="0"/>
            <c:spPr>
              <a:solidFill>
                <a:srgbClr val="D7282F">
                  <a:alpha val="40000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11A1-44A0-950E-0E494AF8062E}"/>
              </c:ext>
            </c:extLst>
          </c:dPt>
          <c:cat>
            <c:strRef>
              <c:f>Full1!$A$2:$A$5</c:f>
              <c:strCache>
                <c:ptCount val="4"/>
                <c:pt idx="0">
                  <c:v>Natura</c:v>
                </c:pt>
                <c:pt idx="1">
                  <c:v>Coneixement</c:v>
                </c:pt>
                <c:pt idx="2">
                  <c:v>Ús públic i social</c:v>
                </c:pt>
                <c:pt idx="3">
                  <c:v>Comunicació, educació i voluntariat ambiental</c:v>
                </c:pt>
              </c:strCache>
            </c:strRef>
          </c:cat>
          <c:val>
            <c:numRef>
              <c:f>Full1!$B$2:$B$5</c:f>
              <c:numCache>
                <c:formatCode>General</c:formatCode>
                <c:ptCount val="4"/>
                <c:pt idx="0">
                  <c:v>18</c:v>
                </c:pt>
                <c:pt idx="1">
                  <c:v>8</c:v>
                </c:pt>
                <c:pt idx="2">
                  <c:v>14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A1-44A0-950E-0E494AF806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ca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capçalera 1">
            <a:extLst>
              <a:ext uri="{FF2B5EF4-FFF2-40B4-BE49-F238E27FC236}">
                <a16:creationId xmlns:a16="http://schemas.microsoft.com/office/drawing/2014/main" id="{BAA7525A-767A-4AA5-C576-505B9A32FC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F5C1F683-AC94-81DB-B693-03286DC973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6CB63-8995-48C7-9927-3FA900FABA2A}" type="datetimeFigureOut">
              <a:rPr lang="ca-ES" smtClean="0"/>
              <a:t>13/10/2026</a:t>
            </a:fld>
            <a:endParaRPr lang="ca-ES"/>
          </a:p>
        </p:txBody>
      </p:sp>
      <p:sp>
        <p:nvSpPr>
          <p:cNvPr id="4" name="Contenidor de peu de pàgina 3">
            <a:extLst>
              <a:ext uri="{FF2B5EF4-FFF2-40B4-BE49-F238E27FC236}">
                <a16:creationId xmlns:a16="http://schemas.microsoft.com/office/drawing/2014/main" id="{EE7FB11C-75D1-1412-659C-DBBAD6587D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a-ES"/>
          </a:p>
        </p:txBody>
      </p:sp>
      <p:sp>
        <p:nvSpPr>
          <p:cNvPr id="5" name="Contenidor de número de diapositiva 4">
            <a:extLst>
              <a:ext uri="{FF2B5EF4-FFF2-40B4-BE49-F238E27FC236}">
                <a16:creationId xmlns:a16="http://schemas.microsoft.com/office/drawing/2014/main" id="{386006A0-B6B8-36C4-9DEE-01C131EF30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24A285-62F9-4CF0-B7DA-6E1CAA7B6B78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596926688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e capçalera 1">
            <a:extLst>
              <a:ext uri="{FF2B5EF4-FFF2-40B4-BE49-F238E27FC236}">
                <a16:creationId xmlns:a16="http://schemas.microsoft.com/office/drawing/2014/main" id="{1FF66848-D68A-DD60-8FE1-932DFDCA422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ca-E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ca-ES"/>
          </a:p>
        </p:txBody>
      </p:sp>
      <p:sp>
        <p:nvSpPr>
          <p:cNvPr id="3" name="Contenidor de data 2">
            <a:extLst>
              <a:ext uri="{FF2B5EF4-FFF2-40B4-BE49-F238E27FC236}">
                <a16:creationId xmlns:a16="http://schemas.microsoft.com/office/drawing/2014/main" id="{C4EB2D3E-B05A-34E1-7172-F089B359DD5A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ca-E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C9A26C02-357F-43FC-8548-594879C55D6E}" type="datetime1">
              <a:rPr lang="ca-ES"/>
              <a:pPr lvl="0"/>
              <a:t>13/10/2026</a:t>
            </a:fld>
            <a:endParaRPr lang="ca-ES"/>
          </a:p>
        </p:txBody>
      </p:sp>
      <p:sp>
        <p:nvSpPr>
          <p:cNvPr id="4" name="Contenidor d'imatge de diapositiva 3">
            <a:extLst>
              <a:ext uri="{FF2B5EF4-FFF2-40B4-BE49-F238E27FC236}">
                <a16:creationId xmlns:a16="http://schemas.microsoft.com/office/drawing/2014/main" id="{C484EFC3-EB6E-84D5-826C-DD149D2216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Contenidor de notes 4">
            <a:extLst>
              <a:ext uri="{FF2B5EF4-FFF2-40B4-BE49-F238E27FC236}">
                <a16:creationId xmlns:a16="http://schemas.microsoft.com/office/drawing/2014/main" id="{278940D1-DE3E-EDD7-7CEC-31D76220A0ED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ca-ES"/>
              <a:t>Feu clic per editar els estils del text del patró</a:t>
            </a:r>
          </a:p>
          <a:p>
            <a:pPr lvl="1"/>
            <a:r>
              <a:rPr lang="ca-ES"/>
              <a:t>Segon nivell</a:t>
            </a:r>
          </a:p>
          <a:p>
            <a:pPr lvl="2"/>
            <a:r>
              <a:rPr lang="ca-ES"/>
              <a:t>Tercer nivell</a:t>
            </a:r>
          </a:p>
          <a:p>
            <a:pPr lvl="3"/>
            <a:r>
              <a:rPr lang="ca-ES"/>
              <a:t>Quart nivell</a:t>
            </a:r>
          </a:p>
          <a:p>
            <a:pPr lvl="4"/>
            <a:r>
              <a:rPr lang="ca-ES"/>
              <a:t>Cinquè nivell</a:t>
            </a:r>
          </a:p>
        </p:txBody>
      </p:sp>
      <p:sp>
        <p:nvSpPr>
          <p:cNvPr id="6" name="Contenidor de peu de pàgina 5">
            <a:extLst>
              <a:ext uri="{FF2B5EF4-FFF2-40B4-BE49-F238E27FC236}">
                <a16:creationId xmlns:a16="http://schemas.microsoft.com/office/drawing/2014/main" id="{175BBE03-53A8-D153-EB2D-4A4D4DA7F5CC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ca-E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ca-ES"/>
          </a:p>
        </p:txBody>
      </p:sp>
      <p:sp>
        <p:nvSpPr>
          <p:cNvPr id="7" name="Contenidor de número de diapositiva 6">
            <a:extLst>
              <a:ext uri="{FF2B5EF4-FFF2-40B4-BE49-F238E27FC236}">
                <a16:creationId xmlns:a16="http://schemas.microsoft.com/office/drawing/2014/main" id="{B63E8B99-B821-0629-6832-CB4CE682CD2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ca-E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6C38C181-AD71-4E41-B926-A738AF06117E}" type="slidenum"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82531701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ca-E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ca-E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ca-E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ca-E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ca-E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1</a:t>
            </a:fld>
            <a:endParaRPr lang="ca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6819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033613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a-ES" dirty="0"/>
              <a:t>En aquest punt, presentació de les actuacions previstes en cadascun dels àmbits. Veure el programa d’actuacions corresponent.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a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a-ES" dirty="0"/>
          </a:p>
          <a:p>
            <a:endParaRPr lang="ca-ES" dirty="0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436113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6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96423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8</a:t>
            </a:fld>
            <a:endParaRPr lang="ca-ES"/>
          </a:p>
        </p:txBody>
      </p:sp>
      <p:sp>
        <p:nvSpPr>
          <p:cNvPr id="5" name="Contenidor de peu de pà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43993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a-ES" dirty="0"/>
              <a:t>En aquest punt, presentació de les actuacions previstes en cadascun dels àmbits. Veure el programa d’actuacions corresponent.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a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ca-ES" dirty="0"/>
          </a:p>
          <a:p>
            <a:endParaRPr lang="ca-ES" dirty="0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9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618053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10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91255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13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782804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14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065800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peu de pà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lvl="0"/>
            <a:endParaRPr lang="ca-ES"/>
          </a:p>
        </p:txBody>
      </p:sp>
      <p:sp>
        <p:nvSpPr>
          <p:cNvPr id="5" name="Conteni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/>
            <a:fld id="{6C38C181-AD71-4E41-B926-A738AF06117E}" type="slidenum">
              <a:rPr lang="ca-ES" smtClean="0"/>
              <a:t>15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24199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- Diapositiva de títol esc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ítol 1">
            <a:extLst>
              <a:ext uri="{FF2B5EF4-FFF2-40B4-BE49-F238E27FC236}">
                <a16:creationId xmlns:a16="http://schemas.microsoft.com/office/drawing/2014/main" id="{BA31D80E-908A-7D2D-22E2-2C53E565B2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0002" y="1987199"/>
            <a:ext cx="5006502" cy="9961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600" b="1"/>
            </a:lvl1pPr>
          </a:lstStyle>
          <a:p>
            <a:r>
              <a:rPr lang="ca-ES" dirty="0"/>
              <a:t>Feu clic aquí per editar el text del títol</a:t>
            </a:r>
          </a:p>
        </p:txBody>
      </p:sp>
      <p:sp>
        <p:nvSpPr>
          <p:cNvPr id="8" name="Contenidor de text 2">
            <a:extLst>
              <a:ext uri="{FF2B5EF4-FFF2-40B4-BE49-F238E27FC236}">
                <a16:creationId xmlns:a16="http://schemas.microsoft.com/office/drawing/2014/main" id="{30BAE3E6-8753-E0DC-8AE1-597375831E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0003" y="3094315"/>
            <a:ext cx="5006502" cy="6784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solidFill>
                  <a:srgbClr val="666666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ca-ES" dirty="0"/>
              <a:t>Feu clic per editar el text del subtítol</a:t>
            </a:r>
          </a:p>
        </p:txBody>
      </p:sp>
      <p:sp>
        <p:nvSpPr>
          <p:cNvPr id="9" name="Contenidor de contingut 4">
            <a:extLst>
              <a:ext uri="{FF2B5EF4-FFF2-40B4-BE49-F238E27FC236}">
                <a16:creationId xmlns:a16="http://schemas.microsoft.com/office/drawing/2014/main" id="{F3F35D59-D4BB-2A03-9967-8A2A5D1AFF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59529" y="3980657"/>
            <a:ext cx="5006975" cy="2958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>
                <a:solidFill>
                  <a:srgbClr val="666666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ca-ES" dirty="0"/>
              <a:t>Feu clic per editar el text de la data</a:t>
            </a:r>
          </a:p>
        </p:txBody>
      </p:sp>
      <p:pic>
        <p:nvPicPr>
          <p:cNvPr id="2" name="Imat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743" y="0"/>
            <a:ext cx="4651257" cy="5593091"/>
          </a:xfrm>
          <a:prstGeom prst="rect">
            <a:avLst/>
          </a:prstGeom>
        </p:spPr>
      </p:pic>
      <p:pic>
        <p:nvPicPr>
          <p:cNvPr id="10" name="Imatge 9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5998147"/>
            <a:ext cx="4635082" cy="47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1127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- Diapositiva de títol + imat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idor d'imatge 4"/>
          <p:cNvSpPr>
            <a:spLocks noGrp="1"/>
          </p:cNvSpPr>
          <p:nvPr>
            <p:ph type="pic" sz="quarter" idx="12" hasCustomPrompt="1"/>
          </p:nvPr>
        </p:nvSpPr>
        <p:spPr>
          <a:xfrm>
            <a:off x="7542259" y="0"/>
            <a:ext cx="4648153" cy="56007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aseline="0"/>
            </a:lvl1pPr>
          </a:lstStyle>
          <a:p>
            <a:r>
              <a:rPr lang="ca-ES" dirty="0"/>
              <a:t>Feu clic a la icona per afegir la imatge</a:t>
            </a:r>
          </a:p>
        </p:txBody>
      </p:sp>
      <p:sp>
        <p:nvSpPr>
          <p:cNvPr id="10" name="Contenidor de títol 1">
            <a:extLst>
              <a:ext uri="{FF2B5EF4-FFF2-40B4-BE49-F238E27FC236}">
                <a16:creationId xmlns:a16="http://schemas.microsoft.com/office/drawing/2014/main" id="{BA31D80E-908A-7D2D-22E2-2C53E565B2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0002" y="1987199"/>
            <a:ext cx="5006502" cy="9961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600" b="1"/>
            </a:lvl1pPr>
          </a:lstStyle>
          <a:p>
            <a:r>
              <a:rPr lang="ca-ES" dirty="0"/>
              <a:t>Feu clic aquí per editar el text del títol</a:t>
            </a:r>
          </a:p>
        </p:txBody>
      </p:sp>
      <p:sp>
        <p:nvSpPr>
          <p:cNvPr id="11" name="Contenidor de text 2">
            <a:extLst>
              <a:ext uri="{FF2B5EF4-FFF2-40B4-BE49-F238E27FC236}">
                <a16:creationId xmlns:a16="http://schemas.microsoft.com/office/drawing/2014/main" id="{30BAE3E6-8753-E0DC-8AE1-597375831E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0003" y="3094315"/>
            <a:ext cx="5006502" cy="6712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solidFill>
                  <a:srgbClr val="666666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ca-ES" dirty="0"/>
              <a:t>Feu clic per editar el text del subtítol</a:t>
            </a:r>
          </a:p>
        </p:txBody>
      </p:sp>
      <p:sp>
        <p:nvSpPr>
          <p:cNvPr id="14" name="Contenidor de contingut 4">
            <a:extLst>
              <a:ext uri="{FF2B5EF4-FFF2-40B4-BE49-F238E27FC236}">
                <a16:creationId xmlns:a16="http://schemas.microsoft.com/office/drawing/2014/main" id="{F3F35D59-D4BB-2A03-9967-8A2A5D1AFF1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59529" y="3980657"/>
            <a:ext cx="5006975" cy="2958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>
                <a:solidFill>
                  <a:srgbClr val="666666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ca-ES" dirty="0"/>
              <a:t>Feu clic per editar el text de la data</a:t>
            </a:r>
          </a:p>
        </p:txBody>
      </p:sp>
      <p:pic>
        <p:nvPicPr>
          <p:cNvPr id="7" name="Imatge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5998147"/>
            <a:ext cx="4635082" cy="47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383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- Diapositiva de títol imatge i escut blan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idor d'imatge 10">
            <a:extLst>
              <a:ext uri="{FF2B5EF4-FFF2-40B4-BE49-F238E27FC236}">
                <a16:creationId xmlns:a16="http://schemas.microsoft.com/office/drawing/2014/main" id="{D5CA4FC3-E462-9DCB-21A7-A32DBBA7DB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37450" y="0"/>
            <a:ext cx="465455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ca-ES" dirty="0"/>
              <a:t>Feu clic a la icona per afegir una imatge</a:t>
            </a:r>
          </a:p>
        </p:txBody>
      </p:sp>
      <p:sp>
        <p:nvSpPr>
          <p:cNvPr id="8" name="Contenidor de títol 1">
            <a:extLst>
              <a:ext uri="{FF2B5EF4-FFF2-40B4-BE49-F238E27FC236}">
                <a16:creationId xmlns:a16="http://schemas.microsoft.com/office/drawing/2014/main" id="{BA31D80E-908A-7D2D-22E2-2C53E565B2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0002" y="1987199"/>
            <a:ext cx="5006502" cy="9961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600" b="1"/>
            </a:lvl1pPr>
          </a:lstStyle>
          <a:p>
            <a:r>
              <a:rPr lang="ca-ES" dirty="0"/>
              <a:t>Feu clic aquí per editar el text del títol</a:t>
            </a:r>
          </a:p>
        </p:txBody>
      </p:sp>
      <p:sp>
        <p:nvSpPr>
          <p:cNvPr id="9" name="Contenidor de text 2">
            <a:extLst>
              <a:ext uri="{FF2B5EF4-FFF2-40B4-BE49-F238E27FC236}">
                <a16:creationId xmlns:a16="http://schemas.microsoft.com/office/drawing/2014/main" id="{30BAE3E6-8753-E0DC-8AE1-597375831E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0003" y="3094315"/>
            <a:ext cx="5006502" cy="6496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solidFill>
                  <a:srgbClr val="666666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ca-ES" dirty="0"/>
              <a:t>Feu clic per editar el text del subtítol</a:t>
            </a:r>
          </a:p>
        </p:txBody>
      </p:sp>
      <p:sp>
        <p:nvSpPr>
          <p:cNvPr id="11" name="Contenidor de contingut 4">
            <a:extLst>
              <a:ext uri="{FF2B5EF4-FFF2-40B4-BE49-F238E27FC236}">
                <a16:creationId xmlns:a16="http://schemas.microsoft.com/office/drawing/2014/main" id="{F3F35D59-D4BB-2A03-9967-8A2A5D1AFF1F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59529" y="3980657"/>
            <a:ext cx="5006975" cy="2958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1600">
                <a:solidFill>
                  <a:srgbClr val="666666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r>
              <a:rPr lang="ca-ES" dirty="0"/>
              <a:t>Feu clic per editar el text de la data</a:t>
            </a:r>
          </a:p>
        </p:txBody>
      </p:sp>
    </p:spTree>
    <p:extLst>
      <p:ext uri="{BB962C8B-B14F-4D97-AF65-F5344CB8AC3E}">
        <p14:creationId xmlns:p14="http://schemas.microsoft.com/office/powerpoint/2010/main" val="37514334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- Diapositiva de títol imatge fons i esc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idor d'imatge 10">
            <a:extLst>
              <a:ext uri="{FF2B5EF4-FFF2-40B4-BE49-F238E27FC236}">
                <a16:creationId xmlns:a16="http://schemas.microsoft.com/office/drawing/2014/main" id="{D5CA4FC3-E462-9DCB-21A7-A32DBBA7DB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6723"/>
            <a:ext cx="12192000" cy="55872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ca-ES" dirty="0"/>
              <a:t>Feu clic a la icona per afegir una imatge</a:t>
            </a:r>
          </a:p>
        </p:txBody>
      </p:sp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1CA38451-AEE7-A386-50B1-70F786D18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1233" y="1996888"/>
            <a:ext cx="10072932" cy="47064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ca-ES" dirty="0"/>
              <a:t>Feu clic aquí per editar el text del títol</a:t>
            </a:r>
          </a:p>
        </p:txBody>
      </p:sp>
      <p:sp>
        <p:nvSpPr>
          <p:cNvPr id="6" name="Contenidor de text 2">
            <a:extLst>
              <a:ext uri="{FF2B5EF4-FFF2-40B4-BE49-F238E27FC236}">
                <a16:creationId xmlns:a16="http://schemas.microsoft.com/office/drawing/2014/main" id="{33FB7BE7-CD1C-B7B0-C88D-49CF20AB09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1233" y="2682571"/>
            <a:ext cx="10072932" cy="411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ca-ES" dirty="0"/>
              <a:t>Feu clic per editar el text del subtítol</a:t>
            </a:r>
          </a:p>
        </p:txBody>
      </p:sp>
      <p:sp>
        <p:nvSpPr>
          <p:cNvPr id="7" name="Contenidor de contingut 4">
            <a:extLst>
              <a:ext uri="{FF2B5EF4-FFF2-40B4-BE49-F238E27FC236}">
                <a16:creationId xmlns:a16="http://schemas.microsoft.com/office/drawing/2014/main" id="{4B90B0F4-DE9D-4D14-EDA1-422F7CA8E3D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61233" y="3239969"/>
            <a:ext cx="10072932" cy="29585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a-ES" dirty="0"/>
              <a:t>Feu clic per editar el text de la data</a:t>
            </a:r>
          </a:p>
        </p:txBody>
      </p:sp>
      <p:pic>
        <p:nvPicPr>
          <p:cNvPr id="9" name="Imatge 8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5998147"/>
            <a:ext cx="4635082" cy="47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628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- Diapositiva de títol imatge i escut blan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idor d'imatge 10">
            <a:extLst>
              <a:ext uri="{FF2B5EF4-FFF2-40B4-BE49-F238E27FC236}">
                <a16:creationId xmlns:a16="http://schemas.microsoft.com/office/drawing/2014/main" id="{D5CA4FC3-E462-9DCB-21A7-A32DBBA7DB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ca-ES" dirty="0"/>
              <a:t>Feu clic a la icona per afegir una imatge</a:t>
            </a:r>
          </a:p>
        </p:txBody>
      </p:sp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1CA38451-AEE7-A386-50B1-70F786D18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1232" y="2312900"/>
            <a:ext cx="10086379" cy="47064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ca-ES" dirty="0"/>
              <a:t>Feu clic aquí per editar el text del títol</a:t>
            </a:r>
          </a:p>
        </p:txBody>
      </p:sp>
      <p:sp>
        <p:nvSpPr>
          <p:cNvPr id="6" name="Contenidor de text 2">
            <a:extLst>
              <a:ext uri="{FF2B5EF4-FFF2-40B4-BE49-F238E27FC236}">
                <a16:creationId xmlns:a16="http://schemas.microsoft.com/office/drawing/2014/main" id="{33FB7BE7-CD1C-B7B0-C88D-49CF20AB09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1232" y="3008006"/>
            <a:ext cx="10086379" cy="3470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0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ca-ES" dirty="0"/>
              <a:t>Feu clic per editar el text del subtítol</a:t>
            </a:r>
          </a:p>
        </p:txBody>
      </p:sp>
      <p:sp>
        <p:nvSpPr>
          <p:cNvPr id="7" name="Contenidor de contingut 4">
            <a:extLst>
              <a:ext uri="{FF2B5EF4-FFF2-40B4-BE49-F238E27FC236}">
                <a16:creationId xmlns:a16="http://schemas.microsoft.com/office/drawing/2014/main" id="{4B90B0F4-DE9D-4D14-EDA1-422F7CA8E3D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61232" y="3571373"/>
            <a:ext cx="10086379" cy="29585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a-ES" dirty="0"/>
              <a:t>Feu clic per editar el text de la data</a:t>
            </a:r>
          </a:p>
        </p:txBody>
      </p:sp>
    </p:spTree>
    <p:extLst>
      <p:ext uri="{BB962C8B-B14F-4D97-AF65-F5344CB8AC3E}">
        <p14:creationId xmlns:p14="http://schemas.microsoft.com/office/powerpoint/2010/main" val="401221360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- Diapositiva de títol imatge, caixa i escut blanc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idor d'imatge 10">
            <a:extLst>
              <a:ext uri="{FF2B5EF4-FFF2-40B4-BE49-F238E27FC236}">
                <a16:creationId xmlns:a16="http://schemas.microsoft.com/office/drawing/2014/main" id="{D5CA4FC3-E462-9DCB-21A7-A32DBBA7DB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00000"/>
                </a:solidFill>
              </a:defRPr>
            </a:lvl1pPr>
          </a:lstStyle>
          <a:p>
            <a:r>
              <a:rPr lang="ca-ES" dirty="0"/>
              <a:t>Feu clic a la icona per afegir una imatge</a:t>
            </a:r>
          </a:p>
        </p:txBody>
      </p:sp>
      <p:sp>
        <p:nvSpPr>
          <p:cNvPr id="2" name="Contenidor de títol 1">
            <a:extLst>
              <a:ext uri="{FF2B5EF4-FFF2-40B4-BE49-F238E27FC236}">
                <a16:creationId xmlns:a16="http://schemas.microsoft.com/office/drawing/2014/main" id="{1CA38451-AEE7-A386-50B1-70F786D18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1233" y="2326330"/>
            <a:ext cx="10072932" cy="56477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>
              <a:defRPr sz="3600" b="1">
                <a:solidFill>
                  <a:srgbClr val="000000"/>
                </a:solidFill>
              </a:defRPr>
            </a:lvl1pPr>
          </a:lstStyle>
          <a:p>
            <a:r>
              <a:rPr lang="ca-ES" dirty="0"/>
              <a:t>Feu clic aquí per editar el text del títol</a:t>
            </a:r>
          </a:p>
        </p:txBody>
      </p:sp>
      <p:sp>
        <p:nvSpPr>
          <p:cNvPr id="6" name="Contenidor de text 2">
            <a:extLst>
              <a:ext uri="{FF2B5EF4-FFF2-40B4-BE49-F238E27FC236}">
                <a16:creationId xmlns:a16="http://schemas.microsoft.com/office/drawing/2014/main" id="{33FB7BE7-CD1C-B7B0-C88D-49CF20AB09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1233" y="3018737"/>
            <a:ext cx="10072932" cy="2757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FontTx/>
              <a:buNone/>
              <a:defRPr sz="2000">
                <a:solidFill>
                  <a:srgbClr val="666666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ca-ES" dirty="0"/>
              <a:t>Feu clic per editar el text del subtítol</a:t>
            </a:r>
          </a:p>
        </p:txBody>
      </p:sp>
      <p:sp>
        <p:nvSpPr>
          <p:cNvPr id="7" name="Contenidor de contingut 4">
            <a:extLst>
              <a:ext uri="{FF2B5EF4-FFF2-40B4-BE49-F238E27FC236}">
                <a16:creationId xmlns:a16="http://schemas.microsoft.com/office/drawing/2014/main" id="{4B90B0F4-DE9D-4D14-EDA1-422F7CA8E3D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061233" y="3558932"/>
            <a:ext cx="10072932" cy="29585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666666"/>
                </a:solidFill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a-ES" dirty="0"/>
              <a:t>Feu clic per editar el text de la data</a:t>
            </a:r>
          </a:p>
        </p:txBody>
      </p:sp>
    </p:spTree>
    <p:extLst>
      <p:ext uri="{BB962C8B-B14F-4D97-AF65-F5344CB8AC3E}">
        <p14:creationId xmlns:p14="http://schemas.microsoft.com/office/powerpoint/2010/main" val="39829200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- Títol de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ol 6"/>
          <p:cNvSpPr>
            <a:spLocks noGrp="1"/>
          </p:cNvSpPr>
          <p:nvPr>
            <p:ph type="title"/>
          </p:nvPr>
        </p:nvSpPr>
        <p:spPr>
          <a:xfrm>
            <a:off x="1056639" y="1286539"/>
            <a:ext cx="10077525" cy="430071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Font typeface="+mj-lt"/>
              <a:buNone/>
              <a:defRPr sz="3600" b="0"/>
            </a:lvl1pPr>
          </a:lstStyle>
          <a:p>
            <a:r>
              <a:rPr lang="ca-ES" dirty="0"/>
              <a:t>Feu clic aquí per editar l'estil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333333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</p:spTree>
    <p:extLst>
      <p:ext uri="{BB962C8B-B14F-4D97-AF65-F5344CB8AC3E}">
        <p14:creationId xmlns:p14="http://schemas.microsoft.com/office/powerpoint/2010/main" val="2544363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- Títol de secci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idor de 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4655128" y="1731818"/>
            <a:ext cx="2881744" cy="993916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0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0</a:t>
            </a:r>
          </a:p>
        </p:txBody>
      </p:sp>
      <p:sp>
        <p:nvSpPr>
          <p:cNvPr id="7" name="Títol 6"/>
          <p:cNvSpPr>
            <a:spLocks noGrp="1"/>
          </p:cNvSpPr>
          <p:nvPr>
            <p:ph type="title"/>
          </p:nvPr>
        </p:nvSpPr>
        <p:spPr>
          <a:xfrm>
            <a:off x="1056639" y="3161536"/>
            <a:ext cx="10077525" cy="92001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Font typeface="+mj-lt"/>
              <a:buNone/>
              <a:defRPr sz="3600" b="0"/>
            </a:lvl1pPr>
          </a:lstStyle>
          <a:p>
            <a:r>
              <a:rPr lang="ca-ES" dirty="0"/>
              <a:t>Feu clic aquí per editar l'estil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cxnSp>
        <p:nvCxnSpPr>
          <p:cNvPr id="6" name="Connector recte 5"/>
          <p:cNvCxnSpPr/>
          <p:nvPr userDrawn="1"/>
        </p:nvCxnSpPr>
        <p:spPr>
          <a:xfrm>
            <a:off x="5008034" y="2929781"/>
            <a:ext cx="2175933" cy="0"/>
          </a:xfrm>
          <a:prstGeom prst="line">
            <a:avLst/>
          </a:prstGeom>
          <a:ln w="95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3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- Títol de secció fons verm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2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3" name="Contenidor de 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4655128" y="1731818"/>
            <a:ext cx="2881744" cy="993916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ca-ES" dirty="0"/>
              <a:t>0</a:t>
            </a:r>
          </a:p>
        </p:txBody>
      </p:sp>
      <p:sp>
        <p:nvSpPr>
          <p:cNvPr id="7" name="Títol 6"/>
          <p:cNvSpPr>
            <a:spLocks noGrp="1"/>
          </p:cNvSpPr>
          <p:nvPr>
            <p:ph type="title"/>
          </p:nvPr>
        </p:nvSpPr>
        <p:spPr>
          <a:xfrm>
            <a:off x="1056639" y="3161536"/>
            <a:ext cx="10077525" cy="92001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Font typeface="+mj-lt"/>
              <a:buNone/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ca-ES" dirty="0"/>
              <a:t>Feu clic aquí per editar l'estil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chemeClr val="bg1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cxnSp>
        <p:nvCxnSpPr>
          <p:cNvPr id="6" name="Connector recte 5"/>
          <p:cNvCxnSpPr/>
          <p:nvPr userDrawn="1"/>
        </p:nvCxnSpPr>
        <p:spPr>
          <a:xfrm>
            <a:off x="5008034" y="2929781"/>
            <a:ext cx="2175933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001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4 - Títol de secció fons amb imat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idor de 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700391" y="1109237"/>
            <a:ext cx="2379980" cy="99391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8000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0</a:t>
            </a:r>
          </a:p>
        </p:txBody>
      </p:sp>
      <p:sp>
        <p:nvSpPr>
          <p:cNvPr id="7" name="Títol 6"/>
          <p:cNvSpPr>
            <a:spLocks noGrp="1"/>
          </p:cNvSpPr>
          <p:nvPr>
            <p:ph type="title"/>
          </p:nvPr>
        </p:nvSpPr>
        <p:spPr>
          <a:xfrm>
            <a:off x="700392" y="2538955"/>
            <a:ext cx="4559299" cy="92001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buFont typeface="+mj-lt"/>
              <a:buNone/>
              <a:defRPr sz="3600" b="0"/>
            </a:lvl1pPr>
          </a:lstStyle>
          <a:p>
            <a:r>
              <a:rPr lang="ca-ES" dirty="0"/>
              <a:t>Feu clic aquí per editar l'estil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333333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cxnSp>
        <p:nvCxnSpPr>
          <p:cNvPr id="8" name="Connector recte 7"/>
          <p:cNvCxnSpPr/>
          <p:nvPr userDrawn="1"/>
        </p:nvCxnSpPr>
        <p:spPr>
          <a:xfrm>
            <a:off x="700391" y="2301130"/>
            <a:ext cx="94361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idor d'imatge 5"/>
          <p:cNvSpPr>
            <a:spLocks noGrp="1"/>
          </p:cNvSpPr>
          <p:nvPr>
            <p:ph type="pic" sz="quarter" idx="10"/>
          </p:nvPr>
        </p:nvSpPr>
        <p:spPr>
          <a:xfrm>
            <a:off x="6526177" y="556261"/>
            <a:ext cx="5094323" cy="5387340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99606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5 - Títol de secció amb imatge i fons verm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2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3" name="Contenidor de text 2"/>
          <p:cNvSpPr>
            <a:spLocks noGrp="1"/>
          </p:cNvSpPr>
          <p:nvPr>
            <p:ph type="body" sz="quarter" idx="27" hasCustomPrompt="1"/>
          </p:nvPr>
        </p:nvSpPr>
        <p:spPr>
          <a:xfrm>
            <a:off x="719999" y="1109237"/>
            <a:ext cx="2379980" cy="99391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ca-ES" dirty="0"/>
              <a:t>0</a:t>
            </a:r>
          </a:p>
        </p:txBody>
      </p:sp>
      <p:sp>
        <p:nvSpPr>
          <p:cNvPr id="7" name="Títol 6"/>
          <p:cNvSpPr>
            <a:spLocks noGrp="1"/>
          </p:cNvSpPr>
          <p:nvPr>
            <p:ph type="title"/>
          </p:nvPr>
        </p:nvSpPr>
        <p:spPr>
          <a:xfrm>
            <a:off x="720000" y="2538955"/>
            <a:ext cx="4559300" cy="920012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buFont typeface="+mj-lt"/>
              <a:buNone/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ca-ES" dirty="0"/>
              <a:t>Feu clic aquí per editar l'estil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chemeClr val="bg1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cxnSp>
        <p:nvCxnSpPr>
          <p:cNvPr id="8" name="Connector recte 7"/>
          <p:cNvCxnSpPr/>
          <p:nvPr userDrawn="1"/>
        </p:nvCxnSpPr>
        <p:spPr>
          <a:xfrm>
            <a:off x="719999" y="2301130"/>
            <a:ext cx="94361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idor d'imatge 5"/>
          <p:cNvSpPr>
            <a:spLocks noGrp="1"/>
          </p:cNvSpPr>
          <p:nvPr>
            <p:ph type="pic" sz="quarter" idx="10"/>
          </p:nvPr>
        </p:nvSpPr>
        <p:spPr>
          <a:xfrm>
            <a:off x="6526176" y="542924"/>
            <a:ext cx="5124803" cy="541591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95145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6 - Bu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12424" y="662477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0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3414664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7 - 1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DDF49706-20D5-2B5C-DBC0-5530A632AC1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088" y="1279860"/>
            <a:ext cx="10782666" cy="3444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5" name="Contenidor de text 4"/>
          <p:cNvSpPr>
            <a:spLocks noGrp="1"/>
          </p:cNvSpPr>
          <p:nvPr>
            <p:ph type="body" sz="quarter" idx="12" hasCustomPrompt="1"/>
          </p:nvPr>
        </p:nvSpPr>
        <p:spPr>
          <a:xfrm>
            <a:off x="700088" y="2005781"/>
            <a:ext cx="10782666" cy="431390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  <a:lvl2pPr marL="0" indent="0">
              <a:lnSpc>
                <a:spcPct val="100000"/>
              </a:lnSpc>
              <a:buNone/>
              <a:defRPr baseline="0"/>
            </a:lvl2pPr>
          </a:lstStyle>
          <a:p>
            <a:r>
              <a:rPr lang="ca-ES" dirty="0"/>
              <a:t>Feu clic per editar els estils del text del patró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1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1552269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8 - Text + Imatge + subtít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088" y="2010656"/>
            <a:ext cx="5236368" cy="4098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  <a:lvl2pPr marL="228600" indent="-228600">
              <a:lnSpc>
                <a:spcPct val="100000"/>
              </a:lnSpc>
              <a:defRPr/>
            </a:lvl2pPr>
            <a:lvl3pPr marL="625475" indent="-228600">
              <a:lnSpc>
                <a:spcPct val="100000"/>
              </a:lnSpc>
              <a:tabLst>
                <a:tab pos="625475" algn="l"/>
              </a:tabLst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'imatge 5">
            <a:extLst>
              <a:ext uri="{FF2B5EF4-FFF2-40B4-BE49-F238E27FC236}">
                <a16:creationId xmlns:a16="http://schemas.microsoft.com/office/drawing/2014/main" id="{385661AD-A871-86BF-572B-18CF6A53F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7920" y="2010656"/>
            <a:ext cx="5246154" cy="4098925"/>
          </a:xfrm>
          <a:prstGeom prst="rect">
            <a:avLst/>
          </a:prstGeom>
        </p:spPr>
        <p:txBody>
          <a:bodyPr lIns="0" tIns="0" rIns="0" bIns="0"/>
          <a:lstStyle/>
          <a:p>
            <a:endParaRPr lang="ca-ES" dirty="0"/>
          </a:p>
        </p:txBody>
      </p:sp>
      <p:sp>
        <p:nvSpPr>
          <p:cNvPr id="5" name="Contenidor de text 3">
            <a:extLst>
              <a:ext uri="{FF2B5EF4-FFF2-40B4-BE49-F238E27FC236}">
                <a16:creationId xmlns:a16="http://schemas.microsoft.com/office/drawing/2014/main" id="{50AD77BE-8445-66D4-BD12-114E4494E8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0088" y="1278864"/>
            <a:ext cx="10763986" cy="3444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1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527462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9 - Text + Imat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391" y="1620372"/>
            <a:ext cx="5236367" cy="448921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  <a:lvl2pPr marL="228600" indent="-228600">
              <a:lnSpc>
                <a:spcPct val="100000"/>
              </a:lnSpc>
              <a:defRPr/>
            </a:lvl2pPr>
            <a:lvl3pPr marL="625475" indent="-228600">
              <a:lnSpc>
                <a:spcPct val="100000"/>
              </a:lnSpc>
              <a:tabLst>
                <a:tab pos="625475" algn="l"/>
              </a:tabLst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'imatge 5">
            <a:extLst>
              <a:ext uri="{FF2B5EF4-FFF2-40B4-BE49-F238E27FC236}">
                <a16:creationId xmlns:a16="http://schemas.microsoft.com/office/drawing/2014/main" id="{385661AD-A871-86BF-572B-18CF6A53F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7920" y="1620372"/>
            <a:ext cx="5246154" cy="4489209"/>
          </a:xfrm>
          <a:prstGeom prst="rect">
            <a:avLst/>
          </a:prstGeom>
        </p:spPr>
        <p:txBody>
          <a:bodyPr lIns="0" tIns="0" rIns="0" bIns="0"/>
          <a:lstStyle/>
          <a:p>
            <a:endParaRPr lang="ca-ES" dirty="0"/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0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544497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0 - Dos columnes 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391" y="1620372"/>
            <a:ext cx="5090809" cy="448921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  <a:lvl2pPr marL="228600" indent="-228600">
              <a:lnSpc>
                <a:spcPct val="100000"/>
              </a:lnSpc>
              <a:defRPr/>
            </a:lvl2pPr>
            <a:lvl3pPr marL="625475" indent="-228600">
              <a:lnSpc>
                <a:spcPct val="100000"/>
              </a:lnSpc>
              <a:tabLst>
                <a:tab pos="625475" algn="l"/>
              </a:tabLst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31223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0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01395" y="1620372"/>
            <a:ext cx="5111345" cy="448921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  <a:lvl2pPr marL="228600" indent="-228600">
              <a:lnSpc>
                <a:spcPct val="100000"/>
              </a:lnSpc>
              <a:defRPr/>
            </a:lvl2pPr>
            <a:lvl3pPr marL="625475" indent="-228600">
              <a:lnSpc>
                <a:spcPct val="100000"/>
              </a:lnSpc>
              <a:tabLst>
                <a:tab pos="625475" algn="l"/>
              </a:tabLst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957677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1 - Imat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07473" y="2010656"/>
            <a:ext cx="5256601" cy="4098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  <a:lvl2pPr marL="228600" indent="-228600">
              <a:lnSpc>
                <a:spcPct val="100000"/>
              </a:lnSpc>
              <a:defRPr/>
            </a:lvl2pPr>
            <a:lvl3pPr marL="625475" indent="-228600">
              <a:lnSpc>
                <a:spcPct val="100000"/>
              </a:lnSpc>
              <a:tabLst>
                <a:tab pos="625475" algn="l"/>
              </a:tabLst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'imatge 5">
            <a:extLst>
              <a:ext uri="{FF2B5EF4-FFF2-40B4-BE49-F238E27FC236}">
                <a16:creationId xmlns:a16="http://schemas.microsoft.com/office/drawing/2014/main" id="{385661AD-A871-86BF-572B-18CF6A53F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0088" y="2010656"/>
            <a:ext cx="5246154" cy="4076385"/>
          </a:xfrm>
          <a:prstGeom prst="rect">
            <a:avLst/>
          </a:prstGeom>
        </p:spPr>
        <p:txBody>
          <a:bodyPr/>
          <a:lstStyle/>
          <a:p>
            <a:endParaRPr lang="ca-ES" dirty="0"/>
          </a:p>
        </p:txBody>
      </p:sp>
      <p:sp>
        <p:nvSpPr>
          <p:cNvPr id="5" name="Contenidor de text 3">
            <a:extLst>
              <a:ext uri="{FF2B5EF4-FFF2-40B4-BE49-F238E27FC236}">
                <a16:creationId xmlns:a16="http://schemas.microsoft.com/office/drawing/2014/main" id="{50AD77BE-8445-66D4-BD12-114E4494E8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0088" y="1276496"/>
            <a:ext cx="10763986" cy="344488"/>
          </a:xfrm>
          <a:prstGeom prst="rect">
            <a:avLst/>
          </a:prstGeom>
        </p:spPr>
        <p:txBody>
          <a:bodyPr wrap="none"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8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20536436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2 - Text 2/3 + Imat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087" y="2010656"/>
            <a:ext cx="6850437" cy="4098925"/>
          </a:xfrm>
          <a:prstGeom prst="rect">
            <a:avLst/>
          </a:prstGeom>
        </p:spPr>
        <p:txBody>
          <a:bodyPr lIns="0" rIns="0"/>
          <a:lstStyle/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'imatge 5">
            <a:extLst>
              <a:ext uri="{FF2B5EF4-FFF2-40B4-BE49-F238E27FC236}">
                <a16:creationId xmlns:a16="http://schemas.microsoft.com/office/drawing/2014/main" id="{385661AD-A871-86BF-572B-18CF6A53F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75077" y="2010655"/>
            <a:ext cx="3493023" cy="4098925"/>
          </a:xfrm>
          <a:prstGeom prst="rect">
            <a:avLst/>
          </a:prstGeom>
        </p:spPr>
        <p:txBody>
          <a:bodyPr/>
          <a:lstStyle/>
          <a:p>
            <a:endParaRPr lang="ca-ES" dirty="0"/>
          </a:p>
        </p:txBody>
      </p:sp>
      <p:sp>
        <p:nvSpPr>
          <p:cNvPr id="5" name="Contenidor de text 3">
            <a:extLst>
              <a:ext uri="{FF2B5EF4-FFF2-40B4-BE49-F238E27FC236}">
                <a16:creationId xmlns:a16="http://schemas.microsoft.com/office/drawing/2014/main" id="{50AD77BE-8445-66D4-BD12-114E4494E8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0087" y="1278865"/>
            <a:ext cx="10768013" cy="344488"/>
          </a:xfrm>
          <a:prstGeom prst="rect">
            <a:avLst/>
          </a:prstGeom>
        </p:spPr>
        <p:txBody>
          <a:bodyPr wrap="none"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8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8123885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3 - Imatge 1/3 + Text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59406" y="2010656"/>
            <a:ext cx="6816314" cy="4098925"/>
          </a:xfrm>
          <a:prstGeom prst="rect">
            <a:avLst/>
          </a:prstGeom>
        </p:spPr>
        <p:txBody>
          <a:bodyPr wrap="square" lIns="0" tIns="0" rIns="0" bIns="0"/>
          <a:lstStyle/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'imatge 5">
            <a:extLst>
              <a:ext uri="{FF2B5EF4-FFF2-40B4-BE49-F238E27FC236}">
                <a16:creationId xmlns:a16="http://schemas.microsoft.com/office/drawing/2014/main" id="{385661AD-A871-86BF-572B-18CF6A53F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9092" y="2010655"/>
            <a:ext cx="3527831" cy="40989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5" name="Contenidor de text 3">
            <a:extLst>
              <a:ext uri="{FF2B5EF4-FFF2-40B4-BE49-F238E27FC236}">
                <a16:creationId xmlns:a16="http://schemas.microsoft.com/office/drawing/2014/main" id="{D6C8B719-75BB-9642-FD5F-17E3D4BDE66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0088" y="1278864"/>
            <a:ext cx="10775632" cy="344488"/>
          </a:xfrm>
          <a:prstGeom prst="rect">
            <a:avLst/>
          </a:prstGeom>
        </p:spPr>
        <p:txBody>
          <a:bodyPr wrap="none"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8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228491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4 - Tres colum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9855" y="2010656"/>
            <a:ext cx="3527831" cy="409892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'imatge 5">
            <a:extLst>
              <a:ext uri="{FF2B5EF4-FFF2-40B4-BE49-F238E27FC236}">
                <a16:creationId xmlns:a16="http://schemas.microsoft.com/office/drawing/2014/main" id="{385661AD-A871-86BF-572B-18CF6A53F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32084" y="2010655"/>
            <a:ext cx="3527831" cy="4098925"/>
          </a:xfrm>
          <a:prstGeom prst="rect">
            <a:avLst/>
          </a:prstGeom>
        </p:spPr>
        <p:txBody>
          <a:bodyPr lIns="0" tIns="0" rIns="0" bIns="0"/>
          <a:lstStyle/>
          <a:p>
            <a:endParaRPr lang="ca-ES"/>
          </a:p>
        </p:txBody>
      </p:sp>
      <p:sp>
        <p:nvSpPr>
          <p:cNvPr id="7" name="Contenidor de text 3">
            <a:extLst>
              <a:ext uri="{FF2B5EF4-FFF2-40B4-BE49-F238E27FC236}">
                <a16:creationId xmlns:a16="http://schemas.microsoft.com/office/drawing/2014/main" id="{CDF7DA34-B446-14EE-CDCC-9DB55246A8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84313" y="2010656"/>
            <a:ext cx="3499027" cy="409892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5" name="Contenidor de text 3">
            <a:extLst>
              <a:ext uri="{FF2B5EF4-FFF2-40B4-BE49-F238E27FC236}">
                <a16:creationId xmlns:a16="http://schemas.microsoft.com/office/drawing/2014/main" id="{CF42262D-8FF0-7D52-62EB-C97414D601B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0088" y="1278863"/>
            <a:ext cx="10783252" cy="3444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10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9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38903000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5 - Quatre columne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334" y="1997110"/>
            <a:ext cx="2520000" cy="4098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'imatge 5">
            <a:extLst>
              <a:ext uri="{FF2B5EF4-FFF2-40B4-BE49-F238E27FC236}">
                <a16:creationId xmlns:a16="http://schemas.microsoft.com/office/drawing/2014/main" id="{385661AD-A871-86BF-572B-18CF6A53F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9328" y="1997109"/>
            <a:ext cx="2520000" cy="40989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7" name="Contenidor d'imatge 5">
            <a:extLst>
              <a:ext uri="{FF2B5EF4-FFF2-40B4-BE49-F238E27FC236}">
                <a16:creationId xmlns:a16="http://schemas.microsoft.com/office/drawing/2014/main" id="{7E51CB8A-6F81-A6A3-7985-8FA4803E3D7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58825" y="1997109"/>
            <a:ext cx="2520000" cy="40989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9" name="Contenidor d'imatge 5">
            <a:extLst>
              <a:ext uri="{FF2B5EF4-FFF2-40B4-BE49-F238E27FC236}">
                <a16:creationId xmlns:a16="http://schemas.microsoft.com/office/drawing/2014/main" id="{B77EE090-3C70-99F3-3E59-0C372632AE8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59831" y="1997108"/>
            <a:ext cx="2520000" cy="40989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5" name="Contenidor de text 3">
            <a:extLst>
              <a:ext uri="{FF2B5EF4-FFF2-40B4-BE49-F238E27FC236}">
                <a16:creationId xmlns:a16="http://schemas.microsoft.com/office/drawing/2014/main" id="{D25A783D-2EE9-051A-6313-97ADE2126A1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0087" y="1278664"/>
            <a:ext cx="10791522" cy="3444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11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0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4977553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6 - Quatre columne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58826" y="1997110"/>
            <a:ext cx="2520000" cy="409892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'imatge 5">
            <a:extLst>
              <a:ext uri="{FF2B5EF4-FFF2-40B4-BE49-F238E27FC236}">
                <a16:creationId xmlns:a16="http://schemas.microsoft.com/office/drawing/2014/main" id="{385661AD-A871-86BF-572B-18CF6A53F17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08555" y="1997109"/>
            <a:ext cx="2520000" cy="40989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7" name="Contenidor d'imatge 5">
            <a:extLst>
              <a:ext uri="{FF2B5EF4-FFF2-40B4-BE49-F238E27FC236}">
                <a16:creationId xmlns:a16="http://schemas.microsoft.com/office/drawing/2014/main" id="{7E51CB8A-6F81-A6A3-7985-8FA4803E3D7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08011" y="1997109"/>
            <a:ext cx="2520000" cy="40989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9" name="Contenidor d'imatge 5">
            <a:extLst>
              <a:ext uri="{FF2B5EF4-FFF2-40B4-BE49-F238E27FC236}">
                <a16:creationId xmlns:a16="http://schemas.microsoft.com/office/drawing/2014/main" id="{B77EE090-3C70-99F3-3E59-0C372632AE8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58283" y="1997108"/>
            <a:ext cx="2520000" cy="4098925"/>
          </a:xfrm>
          <a:prstGeom prst="rect">
            <a:avLst/>
          </a:prstGeom>
        </p:spPr>
        <p:txBody>
          <a:bodyPr/>
          <a:lstStyle/>
          <a:p>
            <a:endParaRPr lang="ca-ES"/>
          </a:p>
        </p:txBody>
      </p:sp>
      <p:sp>
        <p:nvSpPr>
          <p:cNvPr id="5" name="Contenidor de text 3">
            <a:extLst>
              <a:ext uri="{FF2B5EF4-FFF2-40B4-BE49-F238E27FC236}">
                <a16:creationId xmlns:a16="http://schemas.microsoft.com/office/drawing/2014/main" id="{7C762D0F-A757-3090-2001-A8E4F04C266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0089" y="1278664"/>
            <a:ext cx="10778738" cy="3444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11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0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32967664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7 - Imatge 2/3 + text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75078" y="1661160"/>
            <a:ext cx="3500642" cy="433323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8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5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189098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8 - Text 1/3 + Imatge 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0391" y="1638300"/>
            <a:ext cx="3527527" cy="435609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/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8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5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18350578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- Columnes amb ico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idor de text 23">
            <a:extLst>
              <a:ext uri="{FF2B5EF4-FFF2-40B4-BE49-F238E27FC236}">
                <a16:creationId xmlns:a16="http://schemas.microsoft.com/office/drawing/2014/main" id="{6ADDA736-8FF5-568C-BD58-2273F848F4D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09930" y="2622419"/>
            <a:ext cx="2986749" cy="6477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0" name="Contenidor de text 3">
            <a:extLst>
              <a:ext uri="{FF2B5EF4-FFF2-40B4-BE49-F238E27FC236}">
                <a16:creationId xmlns:a16="http://schemas.microsoft.com/office/drawing/2014/main" id="{7067FEE7-1D1F-A601-5A90-2C7CD78563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85043" y="3321989"/>
            <a:ext cx="2990851" cy="202321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30" y="3321989"/>
            <a:ext cx="2990850" cy="202321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15" name="Contenidor d'imatge 14">
            <a:extLst>
              <a:ext uri="{FF2B5EF4-FFF2-40B4-BE49-F238E27FC236}">
                <a16:creationId xmlns:a16="http://schemas.microsoft.com/office/drawing/2014/main" id="{0217325E-5626-3973-7443-AF77123A36CD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709931" y="1734866"/>
            <a:ext cx="734484" cy="734484"/>
          </a:xfrm>
          <a:prstGeom prst="rect">
            <a:avLst/>
          </a:prstGeom>
        </p:spPr>
        <p:txBody>
          <a:bodyPr/>
          <a:lstStyle/>
          <a:p>
            <a:endParaRPr lang="ca-ES" dirty="0"/>
          </a:p>
        </p:txBody>
      </p:sp>
      <p:sp>
        <p:nvSpPr>
          <p:cNvPr id="17" name="Contenidor de text 3">
            <a:extLst>
              <a:ext uri="{FF2B5EF4-FFF2-40B4-BE49-F238E27FC236}">
                <a16:creationId xmlns:a16="http://schemas.microsoft.com/office/drawing/2014/main" id="{25190C23-E965-4E2F-86D5-9F17C9207E8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5816" y="3321989"/>
            <a:ext cx="2990850" cy="2023217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5" name="Contenidor de text 23">
            <a:extLst>
              <a:ext uri="{FF2B5EF4-FFF2-40B4-BE49-F238E27FC236}">
                <a16:creationId xmlns:a16="http://schemas.microsoft.com/office/drawing/2014/main" id="{64CE026F-9BF5-A20E-07A9-AC386BDF09D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15816" y="2622419"/>
            <a:ext cx="2986749" cy="6477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ca-ES" sz="18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Feu clic per editar els estils del text del patró</a:t>
            </a:r>
          </a:p>
        </p:txBody>
      </p:sp>
      <p:sp>
        <p:nvSpPr>
          <p:cNvPr id="26" name="Contenidor de text 23">
            <a:extLst>
              <a:ext uri="{FF2B5EF4-FFF2-40B4-BE49-F238E27FC236}">
                <a16:creationId xmlns:a16="http://schemas.microsoft.com/office/drawing/2014/main" id="{1295C2E7-3FC8-EAEA-BEAE-46182484DC9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485044" y="2622419"/>
            <a:ext cx="2986749" cy="6477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ca-ES" sz="18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Feu clic per editar els estils del text del patró</a:t>
            </a:r>
          </a:p>
        </p:txBody>
      </p:sp>
      <p:sp>
        <p:nvSpPr>
          <p:cNvPr id="14" name="Contenidor d'imatge 14">
            <a:extLst>
              <a:ext uri="{FF2B5EF4-FFF2-40B4-BE49-F238E27FC236}">
                <a16:creationId xmlns:a16="http://schemas.microsoft.com/office/drawing/2014/main" id="{0217325E-5626-3973-7443-AF77123A36CD}"/>
              </a:ext>
            </a:extLst>
          </p:cNvPr>
          <p:cNvSpPr>
            <a:spLocks noGrp="1" noChangeAspect="1"/>
          </p:cNvSpPr>
          <p:nvPr>
            <p:ph type="pic" sz="quarter" idx="44"/>
          </p:nvPr>
        </p:nvSpPr>
        <p:spPr>
          <a:xfrm>
            <a:off x="4586057" y="1734866"/>
            <a:ext cx="734484" cy="734484"/>
          </a:xfrm>
          <a:prstGeom prst="rect">
            <a:avLst/>
          </a:prstGeom>
        </p:spPr>
        <p:txBody>
          <a:bodyPr/>
          <a:lstStyle/>
          <a:p>
            <a:endParaRPr lang="ca-ES" dirty="0"/>
          </a:p>
        </p:txBody>
      </p:sp>
      <p:sp>
        <p:nvSpPr>
          <p:cNvPr id="16" name="Contenidor d'imatge 14">
            <a:extLst>
              <a:ext uri="{FF2B5EF4-FFF2-40B4-BE49-F238E27FC236}">
                <a16:creationId xmlns:a16="http://schemas.microsoft.com/office/drawing/2014/main" id="{0217325E-5626-3973-7443-AF77123A36CD}"/>
              </a:ext>
            </a:extLst>
          </p:cNvPr>
          <p:cNvSpPr>
            <a:spLocks noGrp="1" noChangeAspect="1"/>
          </p:cNvSpPr>
          <p:nvPr>
            <p:ph type="pic" sz="quarter" idx="45"/>
          </p:nvPr>
        </p:nvSpPr>
        <p:spPr>
          <a:xfrm>
            <a:off x="8485043" y="1734866"/>
            <a:ext cx="734484" cy="734484"/>
          </a:xfrm>
          <a:prstGeom prst="rect">
            <a:avLst/>
          </a:prstGeom>
        </p:spPr>
        <p:txBody>
          <a:bodyPr/>
          <a:lstStyle/>
          <a:p>
            <a:endParaRPr lang="ca-ES" dirty="0"/>
          </a:p>
        </p:txBody>
      </p:sp>
      <p:sp>
        <p:nvSpPr>
          <p:cNvPr id="18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3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40813535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- Columnes amb xif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idor de text 23">
            <a:extLst>
              <a:ext uri="{FF2B5EF4-FFF2-40B4-BE49-F238E27FC236}">
                <a16:creationId xmlns:a16="http://schemas.microsoft.com/office/drawing/2014/main" id="{6ADDA736-8FF5-568C-BD58-2273F848F4D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09930" y="2907541"/>
            <a:ext cx="2986749" cy="6477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0" name="Contenidor de text 3">
            <a:extLst>
              <a:ext uri="{FF2B5EF4-FFF2-40B4-BE49-F238E27FC236}">
                <a16:creationId xmlns:a16="http://schemas.microsoft.com/office/drawing/2014/main" id="{7067FEE7-1D1F-A601-5A90-2C7CD785635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70989" y="3607110"/>
            <a:ext cx="2990850" cy="20324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9930" y="3607111"/>
            <a:ext cx="2990850" cy="20324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17" name="Contenidor de text 3">
            <a:extLst>
              <a:ext uri="{FF2B5EF4-FFF2-40B4-BE49-F238E27FC236}">
                <a16:creationId xmlns:a16="http://schemas.microsoft.com/office/drawing/2014/main" id="{25190C23-E965-4E2F-86D5-9F17C9207E8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08196" y="3607110"/>
            <a:ext cx="2990850" cy="2032419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5" name="Contenidor de text 23">
            <a:extLst>
              <a:ext uri="{FF2B5EF4-FFF2-40B4-BE49-F238E27FC236}">
                <a16:creationId xmlns:a16="http://schemas.microsoft.com/office/drawing/2014/main" id="{64CE026F-9BF5-A20E-07A9-AC386BDF09D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08196" y="2907541"/>
            <a:ext cx="2986749" cy="6477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ca-ES" sz="18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Feu clic per editar els estils del text del patró</a:t>
            </a:r>
          </a:p>
        </p:txBody>
      </p:sp>
      <p:sp>
        <p:nvSpPr>
          <p:cNvPr id="26" name="Contenidor de text 23">
            <a:extLst>
              <a:ext uri="{FF2B5EF4-FFF2-40B4-BE49-F238E27FC236}">
                <a16:creationId xmlns:a16="http://schemas.microsoft.com/office/drawing/2014/main" id="{1295C2E7-3FC8-EAEA-BEAE-46182484DC9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470989" y="2907541"/>
            <a:ext cx="2986749" cy="6477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ca-ES" sz="18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Feu clic per editar els estils del text del patró</a:t>
            </a:r>
          </a:p>
        </p:txBody>
      </p:sp>
      <p:sp>
        <p:nvSpPr>
          <p:cNvPr id="5" name="Contenidor de text 3">
            <a:extLst>
              <a:ext uri="{FF2B5EF4-FFF2-40B4-BE49-F238E27FC236}">
                <a16:creationId xmlns:a16="http://schemas.microsoft.com/office/drawing/2014/main" id="{0EA718F3-9A4B-DCBF-3CBF-E84C4FF82AF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0088" y="1270505"/>
            <a:ext cx="10748844" cy="344488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l’estil del subtítol</a:t>
            </a:r>
          </a:p>
        </p:txBody>
      </p:sp>
      <p:sp>
        <p:nvSpPr>
          <p:cNvPr id="3" name="Contenidor de text 2"/>
          <p:cNvSpPr>
            <a:spLocks noGrp="1"/>
          </p:cNvSpPr>
          <p:nvPr>
            <p:ph type="body" sz="quarter" idx="46" hasCustomPrompt="1"/>
          </p:nvPr>
        </p:nvSpPr>
        <p:spPr>
          <a:xfrm>
            <a:off x="708265" y="1994981"/>
            <a:ext cx="2988414" cy="898525"/>
          </a:xfrm>
          <a:prstGeom prst="rect">
            <a:avLst/>
          </a:prstGeom>
        </p:spPr>
        <p:txBody>
          <a:bodyPr/>
          <a:lstStyle>
            <a:lvl1pPr>
              <a:defRPr sz="6500" b="1"/>
            </a:lvl1pPr>
          </a:lstStyle>
          <a:p>
            <a:pPr lvl="0"/>
            <a:r>
              <a:rPr lang="ca-ES" dirty="0"/>
              <a:t>123</a:t>
            </a:r>
          </a:p>
        </p:txBody>
      </p:sp>
      <p:sp>
        <p:nvSpPr>
          <p:cNvPr id="22" name="Contenidor de text 2"/>
          <p:cNvSpPr>
            <a:spLocks noGrp="1"/>
          </p:cNvSpPr>
          <p:nvPr>
            <p:ph type="body" sz="quarter" idx="47" hasCustomPrompt="1"/>
          </p:nvPr>
        </p:nvSpPr>
        <p:spPr>
          <a:xfrm>
            <a:off x="4608196" y="1994981"/>
            <a:ext cx="2986749" cy="8985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Tx/>
              <a:buFontTx/>
              <a:buNone/>
              <a:tabLst/>
              <a:defRPr sz="6500" b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Tx/>
              <a:buFontTx/>
              <a:buNone/>
              <a:tabLst/>
              <a:defRPr/>
            </a:pPr>
            <a:r>
              <a:rPr lang="ca-ES" dirty="0"/>
              <a:t>000</a:t>
            </a:r>
          </a:p>
        </p:txBody>
      </p:sp>
      <p:sp>
        <p:nvSpPr>
          <p:cNvPr id="23" name="Contenidor de text 2"/>
          <p:cNvSpPr>
            <a:spLocks noGrp="1"/>
          </p:cNvSpPr>
          <p:nvPr>
            <p:ph type="body" sz="quarter" idx="48" hasCustomPrompt="1"/>
          </p:nvPr>
        </p:nvSpPr>
        <p:spPr>
          <a:xfrm>
            <a:off x="8470989" y="1994981"/>
            <a:ext cx="2986749" cy="898525"/>
          </a:xfrm>
          <a:prstGeom prst="rect">
            <a:avLst/>
          </a:prstGeom>
        </p:spPr>
        <p:txBody>
          <a:bodyPr/>
          <a:lstStyle>
            <a:lvl1pPr>
              <a:defRPr sz="6500" b="1"/>
            </a:lvl1pPr>
          </a:lstStyle>
          <a:p>
            <a:pPr lvl="0"/>
            <a:r>
              <a:rPr lang="ca-ES" dirty="0"/>
              <a:t>000</a:t>
            </a:r>
          </a:p>
        </p:txBody>
      </p:sp>
      <p:sp>
        <p:nvSpPr>
          <p:cNvPr id="14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5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13908250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- Xif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idor de text 23">
            <a:extLst>
              <a:ext uri="{FF2B5EF4-FFF2-40B4-BE49-F238E27FC236}">
                <a16:creationId xmlns:a16="http://schemas.microsoft.com/office/drawing/2014/main" id="{6ADDA736-8FF5-568C-BD58-2273F848F4D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9447" y="1672160"/>
            <a:ext cx="1811823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sz="5000"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Xifra</a:t>
            </a:r>
          </a:p>
        </p:txBody>
      </p:sp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91574" y="1672160"/>
            <a:ext cx="3073995" cy="141834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6" name="Contenidor de text 23">
            <a:extLst>
              <a:ext uri="{FF2B5EF4-FFF2-40B4-BE49-F238E27FC236}">
                <a16:creationId xmlns:a16="http://schemas.microsoft.com/office/drawing/2014/main" id="{289682BE-7CC8-214E-B5D3-700D238E17C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48" y="2335224"/>
            <a:ext cx="1811824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b="1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els</a:t>
            </a:r>
          </a:p>
        </p:txBody>
      </p:sp>
      <p:sp>
        <p:nvSpPr>
          <p:cNvPr id="7" name="Contenidor de text 23">
            <a:extLst>
              <a:ext uri="{FF2B5EF4-FFF2-40B4-BE49-F238E27FC236}">
                <a16:creationId xmlns:a16="http://schemas.microsoft.com/office/drawing/2014/main" id="{1AF9F441-F84B-BD75-4E91-72A88DC154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448" y="3908229"/>
            <a:ext cx="1811824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ca-ES" sz="50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Xifra</a:t>
            </a:r>
          </a:p>
        </p:txBody>
      </p:sp>
      <p:sp>
        <p:nvSpPr>
          <p:cNvPr id="9" name="Contenidor de text 3">
            <a:extLst>
              <a:ext uri="{FF2B5EF4-FFF2-40B4-BE49-F238E27FC236}">
                <a16:creationId xmlns:a16="http://schemas.microsoft.com/office/drawing/2014/main" id="{5B8E0553-DCD1-36A8-C709-89DADDE145B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591575" y="3908229"/>
            <a:ext cx="3073995" cy="141834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10" name="Contenidor de text 23">
            <a:extLst>
              <a:ext uri="{FF2B5EF4-FFF2-40B4-BE49-F238E27FC236}">
                <a16:creationId xmlns:a16="http://schemas.microsoft.com/office/drawing/2014/main" id="{54733E19-F0D8-93B1-69DE-85151228294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79447" y="4571293"/>
            <a:ext cx="1811823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ca-ES" sz="18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Feu clic per editar els</a:t>
            </a:r>
          </a:p>
        </p:txBody>
      </p:sp>
      <p:sp>
        <p:nvSpPr>
          <p:cNvPr id="11" name="Contenidor de text 23">
            <a:extLst>
              <a:ext uri="{FF2B5EF4-FFF2-40B4-BE49-F238E27FC236}">
                <a16:creationId xmlns:a16="http://schemas.microsoft.com/office/drawing/2014/main" id="{874B48FE-822A-6916-D6C2-5CBBDB195BD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05486" y="1672160"/>
            <a:ext cx="18267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ca-ES" sz="50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Xifra</a:t>
            </a:r>
          </a:p>
        </p:txBody>
      </p:sp>
      <p:sp>
        <p:nvSpPr>
          <p:cNvPr id="12" name="Contenidor de text 3">
            <a:extLst>
              <a:ext uri="{FF2B5EF4-FFF2-40B4-BE49-F238E27FC236}">
                <a16:creationId xmlns:a16="http://schemas.microsoft.com/office/drawing/2014/main" id="{446F761A-CA92-E33F-D0A0-051ABC93AA7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8417613" y="1672160"/>
            <a:ext cx="3073995" cy="141834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13" name="Contenidor de text 23">
            <a:extLst>
              <a:ext uri="{FF2B5EF4-FFF2-40B4-BE49-F238E27FC236}">
                <a16:creationId xmlns:a16="http://schemas.microsoft.com/office/drawing/2014/main" id="{5A2ACF98-60BC-73F1-82F3-A97B9693DF0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505485" y="2335224"/>
            <a:ext cx="18267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ca-ES" sz="18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Feu clic per editar els</a:t>
            </a:r>
          </a:p>
        </p:txBody>
      </p:sp>
      <p:sp>
        <p:nvSpPr>
          <p:cNvPr id="14" name="Contenidor de text 23">
            <a:extLst>
              <a:ext uri="{FF2B5EF4-FFF2-40B4-BE49-F238E27FC236}">
                <a16:creationId xmlns:a16="http://schemas.microsoft.com/office/drawing/2014/main" id="{46DED709-11FD-47D4-B285-8DB81B10C96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05485" y="3908229"/>
            <a:ext cx="18267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ca-ES" sz="50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Xifra</a:t>
            </a:r>
          </a:p>
        </p:txBody>
      </p:sp>
      <p:sp>
        <p:nvSpPr>
          <p:cNvPr id="16" name="Contenidor de text 3">
            <a:extLst>
              <a:ext uri="{FF2B5EF4-FFF2-40B4-BE49-F238E27FC236}">
                <a16:creationId xmlns:a16="http://schemas.microsoft.com/office/drawing/2014/main" id="{E5460FF3-469B-F7B4-CE65-580138747A56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417612" y="3908229"/>
            <a:ext cx="3073995" cy="141834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18" name="Contenidor de text 23">
            <a:extLst>
              <a:ext uri="{FF2B5EF4-FFF2-40B4-BE49-F238E27FC236}">
                <a16:creationId xmlns:a16="http://schemas.microsoft.com/office/drawing/2014/main" id="{E96D9D76-20C7-0CAE-8EAF-9267DF8EC0B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505485" y="4571293"/>
            <a:ext cx="1826750" cy="647700"/>
          </a:xfrm>
          <a:prstGeom prst="rect">
            <a:avLst/>
          </a:prstGeom>
        </p:spPr>
        <p:txBody>
          <a:bodyPr lIns="0" tIns="0" rIns="0" bIns="0"/>
          <a:lstStyle>
            <a:lvl1pPr>
              <a:defRPr lang="ca-ES" sz="1800" b="1" kern="120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</a:pPr>
            <a:r>
              <a:rPr lang="ca-ES" dirty="0"/>
              <a:t>Feu clic per editar els</a:t>
            </a:r>
          </a:p>
        </p:txBody>
      </p:sp>
      <p:sp>
        <p:nvSpPr>
          <p:cNvPr id="20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9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4168153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- 3 pas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3">
            <a:extLst>
              <a:ext uri="{FF2B5EF4-FFF2-40B4-BE49-F238E27FC236}">
                <a16:creationId xmlns:a16="http://schemas.microsoft.com/office/drawing/2014/main" id="{CDF7DA34-B446-14EE-CDCC-9DB55246A8B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619150" y="3429000"/>
            <a:ext cx="2970688" cy="139131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15" name="Contenidor de text 3">
            <a:extLst>
              <a:ext uri="{FF2B5EF4-FFF2-40B4-BE49-F238E27FC236}">
                <a16:creationId xmlns:a16="http://schemas.microsoft.com/office/drawing/2014/main" id="{CF42262D-8FF0-7D52-62EB-C97414D601B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9150" y="2680830"/>
            <a:ext cx="2970688" cy="54076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ca-ES" sz="1800" b="1" kern="1200" baseline="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ca-ES" dirty="0"/>
              <a:t>Feu clic per editar el text</a:t>
            </a:r>
          </a:p>
        </p:txBody>
      </p:sp>
      <p:sp>
        <p:nvSpPr>
          <p:cNvPr id="24" name="Contenidor de text 3">
            <a:extLst>
              <a:ext uri="{FF2B5EF4-FFF2-40B4-BE49-F238E27FC236}">
                <a16:creationId xmlns:a16="http://schemas.microsoft.com/office/drawing/2014/main" id="{CDF7DA34-B446-14EE-CDCC-9DB55246A8B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28096" y="3429000"/>
            <a:ext cx="2970688" cy="139131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5" name="Contenidor de text 3">
            <a:extLst>
              <a:ext uri="{FF2B5EF4-FFF2-40B4-BE49-F238E27FC236}">
                <a16:creationId xmlns:a16="http://schemas.microsoft.com/office/drawing/2014/main" id="{CF42262D-8FF0-7D52-62EB-C97414D601B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28096" y="2680830"/>
            <a:ext cx="2970688" cy="54076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800" b="1" baseline="0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el text</a:t>
            </a:r>
          </a:p>
        </p:txBody>
      </p:sp>
      <p:sp>
        <p:nvSpPr>
          <p:cNvPr id="26" name="Contenidor de text 3">
            <a:extLst>
              <a:ext uri="{FF2B5EF4-FFF2-40B4-BE49-F238E27FC236}">
                <a16:creationId xmlns:a16="http://schemas.microsoft.com/office/drawing/2014/main" id="{CDF7DA34-B446-14EE-CDCC-9DB55246A8B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17638" y="3429000"/>
            <a:ext cx="2970688" cy="1391314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7" name="Contenidor de text 3">
            <a:extLst>
              <a:ext uri="{FF2B5EF4-FFF2-40B4-BE49-F238E27FC236}">
                <a16:creationId xmlns:a16="http://schemas.microsoft.com/office/drawing/2014/main" id="{CF42262D-8FF0-7D52-62EB-C97414D601B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317638" y="2680830"/>
            <a:ext cx="2970688" cy="54076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800" b="1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ca-ES" dirty="0"/>
              <a:t>Feu clic per editar el text</a:t>
            </a:r>
          </a:p>
        </p:txBody>
      </p:sp>
      <p:sp>
        <p:nvSpPr>
          <p:cNvPr id="14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0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39873061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- 4 pas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ontenidor de text 3">
            <a:extLst>
              <a:ext uri="{FF2B5EF4-FFF2-40B4-BE49-F238E27FC236}">
                <a16:creationId xmlns:a16="http://schemas.microsoft.com/office/drawing/2014/main" id="{CDF7DA34-B446-14EE-CDCC-9DB55246A8B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5236" y="3407576"/>
            <a:ext cx="2008392" cy="219463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5" name="Contenidor de text 3">
            <a:extLst>
              <a:ext uri="{FF2B5EF4-FFF2-40B4-BE49-F238E27FC236}">
                <a16:creationId xmlns:a16="http://schemas.microsoft.com/office/drawing/2014/main" id="{CF42262D-8FF0-7D52-62EB-C97414D601B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5236" y="2680830"/>
            <a:ext cx="2008392" cy="54076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800" b="1" baseline="0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el text</a:t>
            </a:r>
          </a:p>
        </p:txBody>
      </p:sp>
      <p:sp>
        <p:nvSpPr>
          <p:cNvPr id="20" name="Contenidor de text 3">
            <a:extLst>
              <a:ext uri="{FF2B5EF4-FFF2-40B4-BE49-F238E27FC236}">
                <a16:creationId xmlns:a16="http://schemas.microsoft.com/office/drawing/2014/main" id="{CDF7DA34-B446-14EE-CDCC-9DB55246A8B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699855" y="3407576"/>
            <a:ext cx="2008392" cy="219463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1" name="Contenidor de text 3">
            <a:extLst>
              <a:ext uri="{FF2B5EF4-FFF2-40B4-BE49-F238E27FC236}">
                <a16:creationId xmlns:a16="http://schemas.microsoft.com/office/drawing/2014/main" id="{CF42262D-8FF0-7D52-62EB-C97414D601B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699855" y="2680830"/>
            <a:ext cx="2008392" cy="54076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800" b="1" baseline="0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el text</a:t>
            </a:r>
          </a:p>
        </p:txBody>
      </p:sp>
      <p:sp>
        <p:nvSpPr>
          <p:cNvPr id="22" name="Contenidor de text 3">
            <a:extLst>
              <a:ext uri="{FF2B5EF4-FFF2-40B4-BE49-F238E27FC236}">
                <a16:creationId xmlns:a16="http://schemas.microsoft.com/office/drawing/2014/main" id="{CDF7DA34-B446-14EE-CDCC-9DB55246A8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94474" y="3407576"/>
            <a:ext cx="2008392" cy="219463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 baseline="0"/>
            </a:lvl1pPr>
          </a:lstStyle>
          <a:p>
            <a:pPr lvl="0"/>
            <a:r>
              <a:rPr lang="ca-ES" dirty="0"/>
              <a:t>Feu clic per editar els estils del text del patró.</a:t>
            </a:r>
          </a:p>
          <a:p>
            <a:pPr lvl="0"/>
            <a:r>
              <a:rPr lang="ca-ES" dirty="0"/>
              <a:t>Empleneu de vermell el número en la diapositiva en la que expliqueu aquest pas.</a:t>
            </a:r>
          </a:p>
        </p:txBody>
      </p:sp>
      <p:sp>
        <p:nvSpPr>
          <p:cNvPr id="23" name="Contenidor de text 3">
            <a:extLst>
              <a:ext uri="{FF2B5EF4-FFF2-40B4-BE49-F238E27FC236}">
                <a16:creationId xmlns:a16="http://schemas.microsoft.com/office/drawing/2014/main" id="{CF42262D-8FF0-7D52-62EB-C97414D601B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94474" y="2680830"/>
            <a:ext cx="2008392" cy="54076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lang="ca-ES" sz="1800" b="1" kern="1200" baseline="0" dirty="0">
                <a:solidFill>
                  <a:srgbClr val="D7282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ca-ES" dirty="0"/>
              <a:t>Feu clic per editar el text</a:t>
            </a:r>
          </a:p>
        </p:txBody>
      </p:sp>
      <p:sp>
        <p:nvSpPr>
          <p:cNvPr id="28" name="Contenidor de text 3">
            <a:extLst>
              <a:ext uri="{FF2B5EF4-FFF2-40B4-BE49-F238E27FC236}">
                <a16:creationId xmlns:a16="http://schemas.microsoft.com/office/drawing/2014/main" id="{CDF7DA34-B446-14EE-CDCC-9DB55246A8B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289093" y="3407576"/>
            <a:ext cx="2008392" cy="2194638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600"/>
            </a:lvl1pPr>
          </a:lstStyle>
          <a:p>
            <a:pPr lvl="0"/>
            <a:r>
              <a:rPr lang="ca-ES" dirty="0"/>
              <a:t>Feu clic per editar els estils del text del patró</a:t>
            </a:r>
          </a:p>
        </p:txBody>
      </p:sp>
      <p:sp>
        <p:nvSpPr>
          <p:cNvPr id="29" name="Contenidor de text 3">
            <a:extLst>
              <a:ext uri="{FF2B5EF4-FFF2-40B4-BE49-F238E27FC236}">
                <a16:creationId xmlns:a16="http://schemas.microsoft.com/office/drawing/2014/main" id="{CF42262D-8FF0-7D52-62EB-C97414D601B4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89093" y="2680830"/>
            <a:ext cx="2008392" cy="540765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defRPr sz="1800" b="1" baseline="0">
                <a:solidFill>
                  <a:srgbClr val="D7282F"/>
                </a:solidFill>
              </a:defRPr>
            </a:lvl1pPr>
          </a:lstStyle>
          <a:p>
            <a:pPr lvl="0"/>
            <a:r>
              <a:rPr lang="ca-ES" dirty="0"/>
              <a:t>Feu clic per editar el text</a:t>
            </a:r>
          </a:p>
        </p:txBody>
      </p:sp>
      <p:sp>
        <p:nvSpPr>
          <p:cNvPr id="19" name="Contenidor de text 15"/>
          <p:cNvSpPr>
            <a:spLocks noGrp="1"/>
          </p:cNvSpPr>
          <p:nvPr>
            <p:ph type="body" sz="quarter" idx="26" hasCustomPrompt="1"/>
          </p:nvPr>
        </p:nvSpPr>
        <p:spPr>
          <a:xfrm>
            <a:off x="700391" y="6628785"/>
            <a:ext cx="4835995" cy="1149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>
                <a:solidFill>
                  <a:srgbClr val="666666"/>
                </a:solidFill>
              </a:defRPr>
            </a:lvl1pPr>
            <a:lvl2pPr marL="457200" indent="0">
              <a:buNone/>
              <a:defRPr sz="1000" b="1">
                <a:solidFill>
                  <a:schemeClr val="bg1"/>
                </a:solidFill>
              </a:defRPr>
            </a:lvl2pPr>
            <a:lvl3pPr marL="914400" indent="0">
              <a:buNone/>
              <a:defRPr sz="1000" b="1">
                <a:solidFill>
                  <a:schemeClr val="bg1"/>
                </a:solidFill>
              </a:defRPr>
            </a:lvl3pPr>
            <a:lvl4pPr marL="1371600" indent="0">
              <a:buNone/>
              <a:defRPr sz="1000" b="1">
                <a:solidFill>
                  <a:schemeClr val="bg1"/>
                </a:solidFill>
              </a:defRPr>
            </a:lvl4pPr>
            <a:lvl5pPr marL="1828800" indent="0">
              <a:buNone/>
              <a:defRPr sz="10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ca-ES" dirty="0"/>
              <a:t>Fil d’Ariadna &gt; </a:t>
            </a:r>
            <a:r>
              <a:rPr lang="ca-ES" dirty="0" err="1"/>
              <a:t>Arial</a:t>
            </a:r>
            <a:r>
              <a:rPr lang="ca-ES" dirty="0"/>
              <a:t> &gt; cos 9 &gt; Títol de l’apartat de la presentació</a:t>
            </a:r>
          </a:p>
        </p:txBody>
      </p:sp>
      <p:sp>
        <p:nvSpPr>
          <p:cNvPr id="12" name="Títol 1"/>
          <p:cNvSpPr>
            <a:spLocks noGrp="1"/>
          </p:cNvSpPr>
          <p:nvPr>
            <p:ph type="title" hasCustomPrompt="1"/>
          </p:nvPr>
        </p:nvSpPr>
        <p:spPr>
          <a:xfrm>
            <a:off x="698976" y="660982"/>
            <a:ext cx="10759576" cy="428232"/>
          </a:xfrm>
          <a:prstGeom prst="rect">
            <a:avLst/>
          </a:prstGeom>
        </p:spPr>
        <p:txBody>
          <a:bodyPr lIns="0" tIns="0" rIns="0" bIns="0"/>
          <a:lstStyle>
            <a:lvl1pPr>
              <a:defRPr b="1"/>
            </a:lvl1pPr>
          </a:lstStyle>
          <a:p>
            <a:r>
              <a:rPr lang="ca-ES" dirty="0"/>
              <a:t>Feu clic aquí per editar l'estil del títol</a:t>
            </a:r>
          </a:p>
        </p:txBody>
      </p:sp>
    </p:spTree>
    <p:extLst>
      <p:ext uri="{BB962C8B-B14F-4D97-AF65-F5344CB8AC3E}">
        <p14:creationId xmlns:p14="http://schemas.microsoft.com/office/powerpoint/2010/main" val="17352402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- Tanca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idor de contingut 2">
            <a:extLst>
              <a:ext uri="{FF2B5EF4-FFF2-40B4-BE49-F238E27FC236}">
                <a16:creationId xmlns:a16="http://schemas.microsoft.com/office/drawing/2014/main" id="{E04276A6-7386-5231-4BD9-6DA411B3B0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503713" y="4684112"/>
            <a:ext cx="7199087" cy="15656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/>
            </a:lvl1pPr>
          </a:lstStyle>
          <a:p>
            <a:pPr lvl="0"/>
            <a:r>
              <a:rPr lang="ca-ES" dirty="0"/>
              <a:t>Adreça web</a:t>
            </a:r>
          </a:p>
        </p:txBody>
      </p:sp>
      <p:sp>
        <p:nvSpPr>
          <p:cNvPr id="15" name="Contenidor de text 3">
            <a:extLst>
              <a:ext uri="{FF2B5EF4-FFF2-40B4-BE49-F238E27FC236}">
                <a16:creationId xmlns:a16="http://schemas.microsoft.com/office/drawing/2014/main" id="{E217CD8D-70F1-8015-AB37-C56A38028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3714" y="3853497"/>
            <a:ext cx="7199086" cy="6424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ca-ES" dirty="0"/>
              <a:t>Departament</a:t>
            </a:r>
            <a:br>
              <a:rPr lang="ca-ES" dirty="0"/>
            </a:br>
            <a:r>
              <a:rPr lang="ca-ES" dirty="0"/>
              <a:t>Organisme</a:t>
            </a:r>
          </a:p>
        </p:txBody>
      </p:sp>
      <p:sp>
        <p:nvSpPr>
          <p:cNvPr id="6" name="Contenidor de contingut 2">
            <a:extLst>
              <a:ext uri="{FF2B5EF4-FFF2-40B4-BE49-F238E27FC236}">
                <a16:creationId xmlns:a16="http://schemas.microsoft.com/office/drawing/2014/main" id="{E04276A6-7386-5231-4BD9-6DA411B3B02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503713" y="5083029"/>
            <a:ext cx="7199087" cy="195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/>
            </a:lvl1pPr>
          </a:lstStyle>
          <a:p>
            <a:pPr lvl="0"/>
            <a:r>
              <a:rPr lang="ca-ES" dirty="0"/>
              <a:t>Correu electrònic</a:t>
            </a:r>
          </a:p>
        </p:txBody>
      </p:sp>
      <p:pic>
        <p:nvPicPr>
          <p:cNvPr id="9" name="Imatg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478" y="2770091"/>
            <a:ext cx="7155322" cy="72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113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- Tancament 2 logo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idor de contingut 2">
            <a:extLst>
              <a:ext uri="{FF2B5EF4-FFF2-40B4-BE49-F238E27FC236}">
                <a16:creationId xmlns:a16="http://schemas.microsoft.com/office/drawing/2014/main" id="{E04276A6-7386-5231-4BD9-6DA411B3B0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503713" y="4690836"/>
            <a:ext cx="7199087" cy="15656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/>
            </a:lvl1pPr>
          </a:lstStyle>
          <a:p>
            <a:pPr lvl="0"/>
            <a:r>
              <a:rPr lang="ca-ES" dirty="0"/>
              <a:t>Adreça web</a:t>
            </a:r>
          </a:p>
        </p:txBody>
      </p:sp>
      <p:sp>
        <p:nvSpPr>
          <p:cNvPr id="9" name="Contenidor de text 3">
            <a:extLst>
              <a:ext uri="{FF2B5EF4-FFF2-40B4-BE49-F238E27FC236}">
                <a16:creationId xmlns:a16="http://schemas.microsoft.com/office/drawing/2014/main" id="{E217CD8D-70F1-8015-AB37-C56A380287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503714" y="3860221"/>
            <a:ext cx="7199086" cy="64248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ca-ES" dirty="0"/>
              <a:t>Departament</a:t>
            </a:r>
            <a:br>
              <a:rPr lang="ca-ES" dirty="0"/>
            </a:br>
            <a:r>
              <a:rPr lang="ca-ES" dirty="0"/>
              <a:t>Organisme</a:t>
            </a:r>
          </a:p>
        </p:txBody>
      </p:sp>
      <p:sp>
        <p:nvSpPr>
          <p:cNvPr id="11" name="Contenidor de contingut 2">
            <a:extLst>
              <a:ext uri="{FF2B5EF4-FFF2-40B4-BE49-F238E27FC236}">
                <a16:creationId xmlns:a16="http://schemas.microsoft.com/office/drawing/2014/main" id="{E04276A6-7386-5231-4BD9-6DA411B3B020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2503713" y="5089753"/>
            <a:ext cx="7199087" cy="195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0"/>
            </a:lvl1pPr>
          </a:lstStyle>
          <a:p>
            <a:pPr lvl="0"/>
            <a:r>
              <a:rPr lang="ca-ES" dirty="0"/>
              <a:t>Correu electrònic</a:t>
            </a:r>
          </a:p>
        </p:txBody>
      </p:sp>
      <p:pic>
        <p:nvPicPr>
          <p:cNvPr id="10" name="Imat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478" y="2770091"/>
            <a:ext cx="7155322" cy="726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77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04" r:id="rId2"/>
    <p:sldLayoutId id="2147483651" r:id="rId3"/>
    <p:sldLayoutId id="2147483706" r:id="rId4"/>
    <p:sldLayoutId id="2147483705" r:id="rId5"/>
    <p:sldLayoutId id="2147483707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566DA6-0C95-44A8-5E50-C0BF80CC16D4}"/>
              </a:ext>
            </a:extLst>
          </p:cNvPr>
          <p:cNvSpPr/>
          <p:nvPr userDrawn="1"/>
        </p:nvSpPr>
        <p:spPr>
          <a:xfrm>
            <a:off x="0" y="6496217"/>
            <a:ext cx="12192000" cy="36178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>
              <a:solidFill>
                <a:srgbClr val="35A02D"/>
              </a:solidFill>
            </a:endParaRPr>
          </a:p>
        </p:txBody>
      </p:sp>
      <p:sp>
        <p:nvSpPr>
          <p:cNvPr id="2" name="Contenidor de text 2">
            <a:extLst>
              <a:ext uri="{FF2B5EF4-FFF2-40B4-BE49-F238E27FC236}">
                <a16:creationId xmlns:a16="http://schemas.microsoft.com/office/drawing/2014/main" id="{D4457308-FF82-C17D-1E67-29D27B48A0F5}"/>
              </a:ext>
            </a:extLst>
          </p:cNvPr>
          <p:cNvSpPr txBox="1">
            <a:spLocks/>
          </p:cNvSpPr>
          <p:nvPr userDrawn="1"/>
        </p:nvSpPr>
        <p:spPr>
          <a:xfrm>
            <a:off x="9756471" y="6632065"/>
            <a:ext cx="1735138" cy="118031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C5BF7D-2CCE-40BD-A62F-2E8977863C9F}" type="slidenum">
              <a:rPr lang="ca-ES" b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ca-ES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039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5" r:id="rId2"/>
    <p:sldLayoutId id="2147483716" r:id="rId3"/>
    <p:sldLayoutId id="2147483717" r:id="rId4"/>
    <p:sldLayoutId id="2147483718" r:id="rId5"/>
    <p:sldLayoutId id="2147483698" r:id="rId6"/>
    <p:sldLayoutId id="2147483664" r:id="rId7"/>
    <p:sldLayoutId id="2147483686" r:id="rId8"/>
    <p:sldLayoutId id="2147483713" r:id="rId9"/>
    <p:sldLayoutId id="2147483714" r:id="rId10"/>
    <p:sldLayoutId id="2147483688" r:id="rId11"/>
    <p:sldLayoutId id="2147483662" r:id="rId12"/>
    <p:sldLayoutId id="2147483666" r:id="rId13"/>
    <p:sldLayoutId id="2147483663" r:id="rId14"/>
    <p:sldLayoutId id="2147483668" r:id="rId15"/>
    <p:sldLayoutId id="2147483669" r:id="rId16"/>
    <p:sldLayoutId id="2147483695" r:id="rId17"/>
    <p:sldLayoutId id="2147483696" r:id="rId18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E24DEF-01F1-D6A7-E269-E20F8B77A30D}"/>
              </a:ext>
            </a:extLst>
          </p:cNvPr>
          <p:cNvSpPr/>
          <p:nvPr userDrawn="1"/>
        </p:nvSpPr>
        <p:spPr>
          <a:xfrm>
            <a:off x="0" y="6496217"/>
            <a:ext cx="12192000" cy="3617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>
              <a:solidFill>
                <a:srgbClr val="35A02D"/>
              </a:solidFill>
            </a:endParaRP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90E28FE1-2B94-8E1F-B9FF-80F93EC403CB}"/>
              </a:ext>
            </a:extLst>
          </p:cNvPr>
          <p:cNvSpPr txBox="1">
            <a:spLocks/>
          </p:cNvSpPr>
          <p:nvPr userDrawn="1"/>
        </p:nvSpPr>
        <p:spPr>
          <a:xfrm>
            <a:off x="9756471" y="6604072"/>
            <a:ext cx="1735138" cy="168030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C5BF7D-2CCE-40BD-A62F-2E8977863C9F}" type="slidenum">
              <a:rPr lang="ca-ES" b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ca-ES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74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9" r:id="rId2"/>
    <p:sldLayoutId id="214748367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9D511E-B694-2DCF-FE48-722408B85E2F}"/>
              </a:ext>
            </a:extLst>
          </p:cNvPr>
          <p:cNvSpPr/>
          <p:nvPr userDrawn="1"/>
        </p:nvSpPr>
        <p:spPr>
          <a:xfrm>
            <a:off x="0" y="6496217"/>
            <a:ext cx="12192000" cy="3617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>
              <a:solidFill>
                <a:srgbClr val="35A02D"/>
              </a:solidFill>
            </a:endParaRPr>
          </a:p>
        </p:txBody>
      </p:sp>
      <p:sp>
        <p:nvSpPr>
          <p:cNvPr id="3" name="Contenidor de text 2">
            <a:extLst>
              <a:ext uri="{FF2B5EF4-FFF2-40B4-BE49-F238E27FC236}">
                <a16:creationId xmlns:a16="http://schemas.microsoft.com/office/drawing/2014/main" id="{066AE73A-31EB-A167-6E84-7D5300BE35E4}"/>
              </a:ext>
            </a:extLst>
          </p:cNvPr>
          <p:cNvSpPr txBox="1">
            <a:spLocks/>
          </p:cNvSpPr>
          <p:nvPr userDrawn="1"/>
        </p:nvSpPr>
        <p:spPr>
          <a:xfrm>
            <a:off x="9756471" y="6604072"/>
            <a:ext cx="1735138" cy="168030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9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C5BF7D-2CCE-40BD-A62F-2E8977863C9F}" type="slidenum">
              <a:rPr lang="ca-ES" b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ca-ES" b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08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9025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0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C00000"/>
        </a:buClr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a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ol 5"/>
          <p:cNvSpPr>
            <a:spLocks noGrp="1"/>
          </p:cNvSpPr>
          <p:nvPr>
            <p:ph type="title"/>
          </p:nvPr>
        </p:nvSpPr>
        <p:spPr>
          <a:xfrm>
            <a:off x="1060002" y="1616659"/>
            <a:ext cx="5006502" cy="1366685"/>
          </a:xfrm>
        </p:spPr>
        <p:txBody>
          <a:bodyPr lIns="0" tIns="0" rIns="0" bIns="0"/>
          <a:lstStyle/>
          <a:p>
            <a:r>
              <a:rPr lang="ca-ES" dirty="0"/>
              <a:t>I Junta Rectora anual del Parc Natural de Cadí-Moixeró</a:t>
            </a:r>
          </a:p>
        </p:txBody>
      </p:sp>
      <p:sp>
        <p:nvSpPr>
          <p:cNvPr id="7" name="Contenidor de text 6"/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/>
          <a:lstStyle/>
          <a:p>
            <a:r>
              <a:rPr lang="ca-ES" dirty="0">
                <a:solidFill>
                  <a:srgbClr val="666666"/>
                </a:solidFill>
              </a:rPr>
              <a:t>Presentació i aprovació del pla d’acció de 2026 </a:t>
            </a:r>
          </a:p>
        </p:txBody>
      </p:sp>
      <p:sp>
        <p:nvSpPr>
          <p:cNvPr id="8" name="Contenidor de contingut 7"/>
          <p:cNvSpPr>
            <a:spLocks noGrp="1"/>
          </p:cNvSpPr>
          <p:nvPr>
            <p:ph sz="quarter" idx="11"/>
          </p:nvPr>
        </p:nvSpPr>
        <p:spPr/>
        <p:txBody>
          <a:bodyPr lIns="0" tIns="0" rIns="0" bIns="0"/>
          <a:lstStyle/>
          <a:p>
            <a:r>
              <a:rPr lang="ca-ES" dirty="0"/>
              <a:t>Gener 2026</a:t>
            </a:r>
          </a:p>
        </p:txBody>
      </p:sp>
    </p:spTree>
    <p:extLst>
      <p:ext uri="{BB962C8B-B14F-4D97-AF65-F5344CB8AC3E}">
        <p14:creationId xmlns:p14="http://schemas.microsoft.com/office/powerpoint/2010/main" val="2345661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tge 2">
            <a:extLst>
              <a:ext uri="{FF2B5EF4-FFF2-40B4-BE49-F238E27FC236}">
                <a16:creationId xmlns:a16="http://schemas.microsoft.com/office/drawing/2014/main" id="{F701647B-3EB9-846F-5DF0-F4C81820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9" r="18234" b="2610"/>
          <a:stretch/>
        </p:blipFill>
        <p:spPr>
          <a:xfrm>
            <a:off x="-1" y="-1"/>
            <a:ext cx="12209509" cy="6858001"/>
          </a:xfrm>
          <a:prstGeom prst="rect">
            <a:avLst/>
          </a:prstGeom>
        </p:spPr>
      </p:pic>
      <p:sp>
        <p:nvSpPr>
          <p:cNvPr id="12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017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54000"/>
                </a:schemeClr>
              </a:gs>
              <a:gs pos="47000">
                <a:schemeClr val="bg1">
                  <a:lumMod val="0"/>
                  <a:alpha val="28000"/>
                </a:schemeClr>
              </a:gs>
              <a:gs pos="100000">
                <a:schemeClr val="tx1">
                  <a:lumMod val="0"/>
                  <a:alpha val="66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 dirty="0"/>
          </a:p>
        </p:txBody>
      </p:sp>
      <p:sp>
        <p:nvSpPr>
          <p:cNvPr id="8" name="Contenidor de text 7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a-ES" dirty="0"/>
              <a:t>Programa d’actuacions 2026</a:t>
            </a:r>
          </a:p>
        </p:txBody>
      </p:sp>
      <p:sp>
        <p:nvSpPr>
          <p:cNvPr id="9" name="Contenidor de contingut 8"/>
          <p:cNvSpPr>
            <a:spLocks noGrp="1"/>
          </p:cNvSpPr>
          <p:nvPr>
            <p:ph sz="quarter" idx="12"/>
          </p:nvPr>
        </p:nvSpPr>
        <p:spPr>
          <a:xfrm>
            <a:off x="1178351" y="3429001"/>
            <a:ext cx="1828800" cy="347036"/>
          </a:xfrm>
        </p:spPr>
        <p:txBody>
          <a:bodyPr/>
          <a:lstStyle/>
          <a:p>
            <a:r>
              <a:rPr lang="ca-ES" dirty="0"/>
              <a:t>30.01.2026</a:t>
            </a:r>
          </a:p>
          <a:p>
            <a:endParaRPr lang="ca-ES" dirty="0"/>
          </a:p>
        </p:txBody>
      </p:sp>
      <p:pic>
        <p:nvPicPr>
          <p:cNvPr id="13" name="Imatge 12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307" y="5997274"/>
            <a:ext cx="4685553" cy="469393"/>
          </a:xfrm>
          <a:prstGeom prst="rect">
            <a:avLst/>
          </a:prstGeom>
        </p:spPr>
      </p:pic>
      <p:sp>
        <p:nvSpPr>
          <p:cNvPr id="11" name="Títol 10">
            <a:extLst>
              <a:ext uri="{FF2B5EF4-FFF2-40B4-BE49-F238E27FC236}">
                <a16:creationId xmlns:a16="http://schemas.microsoft.com/office/drawing/2014/main" id="{A0585682-FA88-C006-0A6E-241567747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sz="3600" dirty="0"/>
              <a:t>Presentació i aprovació del Pla d’acció 2026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521732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ca-ES" dirty="0"/>
              <a:t>0</a:t>
            </a:r>
          </a:p>
        </p:txBody>
      </p:sp>
      <p:sp>
        <p:nvSpPr>
          <p:cNvPr id="5" name="Títo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Ordre del dia</a:t>
            </a:r>
          </a:p>
        </p:txBody>
      </p:sp>
      <p:sp>
        <p:nvSpPr>
          <p:cNvPr id="9" name="Contenidor de text 8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Presentació i aprovació del Pla d’acció 2026 &gt;Ordre del dia &gt; Títol de la pàgina</a:t>
            </a:r>
          </a:p>
        </p:txBody>
      </p:sp>
      <p:pic>
        <p:nvPicPr>
          <p:cNvPr id="6" name="Contenidor d'imatge 5" descr="Imatge que conté negre, foscor">
            <a:extLst>
              <a:ext uri="{FF2B5EF4-FFF2-40B4-BE49-F238E27FC236}">
                <a16:creationId xmlns:a16="http://schemas.microsoft.com/office/drawing/2014/main" id="{90F3BE20-1FED-6F7F-EDA5-E57A6F01C7E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90" r="149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29863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Ordre del dia</a:t>
            </a:r>
          </a:p>
        </p:txBody>
      </p:sp>
      <p:sp>
        <p:nvSpPr>
          <p:cNvPr id="8" name="Contenidor de text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ca-ES" dirty="0"/>
              <a:t>I Reunió de la Junta Rectora</a:t>
            </a:r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Clr>
                <a:srgbClr val="D7282F"/>
              </a:buClr>
              <a:buFont typeface="+mj-lt"/>
              <a:buAutoNum type="arabicPeriod"/>
            </a:pPr>
            <a:r>
              <a:rPr lang="ca-ES" dirty="0"/>
              <a:t>Lectura i aprovació, si escau, de l’acta de la sessió anterior.</a:t>
            </a:r>
          </a:p>
          <a:p>
            <a:pPr marL="342900" indent="-342900">
              <a:buClr>
                <a:srgbClr val="D7282F"/>
              </a:buClr>
              <a:buFont typeface="+mj-lt"/>
              <a:buAutoNum type="arabicPeriod"/>
            </a:pPr>
            <a:r>
              <a:rPr lang="ca-ES" dirty="0"/>
              <a:t>Aprovació de la memòria anual de 2025.</a:t>
            </a:r>
          </a:p>
          <a:p>
            <a:pPr marL="342900" indent="-342900">
              <a:buClr>
                <a:srgbClr val="D7282F"/>
              </a:buClr>
              <a:buFont typeface="+mj-lt"/>
              <a:buAutoNum type="arabicPeriod"/>
            </a:pPr>
            <a:r>
              <a:rPr lang="ca-ES" dirty="0"/>
              <a:t>Presentació del programa d’actuacions del Parc Natural de Cadí – Moixeró previst per al 2026.</a:t>
            </a:r>
          </a:p>
          <a:p>
            <a:pPr marL="342900" indent="-342900">
              <a:buClr>
                <a:srgbClr val="D7282F"/>
              </a:buClr>
              <a:buFont typeface="+mj-lt"/>
              <a:buAutoNum type="arabicPeriod"/>
            </a:pPr>
            <a:r>
              <a:rPr lang="ca-ES" dirty="0"/>
              <a:t>Presentació del pressupost 2026.</a:t>
            </a:r>
          </a:p>
          <a:p>
            <a:pPr marL="342900" indent="-342900">
              <a:buClr>
                <a:srgbClr val="D7282F"/>
              </a:buClr>
              <a:buFont typeface="+mj-lt"/>
              <a:buAutoNum type="arabicPeriod"/>
            </a:pPr>
            <a:r>
              <a:rPr lang="ca-ES" dirty="0"/>
              <a:t>Aprovació, si escau, del programa d’actuacions.</a:t>
            </a:r>
          </a:p>
          <a:p>
            <a:pPr marL="342900" indent="-342900">
              <a:buClr>
                <a:srgbClr val="D7282F"/>
              </a:buClr>
              <a:buFont typeface="+mj-lt"/>
              <a:buAutoNum type="arabicPeriod"/>
            </a:pPr>
            <a:r>
              <a:rPr lang="ca-ES" dirty="0"/>
              <a:t>Altres qüestions a tractar.</a:t>
            </a:r>
          </a:p>
          <a:p>
            <a:pPr marL="342900" indent="-342900">
              <a:buClr>
                <a:srgbClr val="D7282F"/>
              </a:buClr>
              <a:buFont typeface="+mj-lt"/>
              <a:buAutoNum type="arabicPeriod"/>
            </a:pPr>
            <a:r>
              <a:rPr lang="ca-ES" dirty="0"/>
              <a:t>Torn obert de paraules.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ca-ES" dirty="0"/>
          </a:p>
        </p:txBody>
      </p:sp>
      <p:sp>
        <p:nvSpPr>
          <p:cNvPr id="5" name="Contenidor de text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Presentació i aprovació del Pla d’acció 2026 &gt;Ordre del dia &gt; I Reunió de la Junta Rectora</a:t>
            </a:r>
          </a:p>
        </p:txBody>
      </p:sp>
      <p:sp>
        <p:nvSpPr>
          <p:cNvPr id="4" name="Contenidor d'imatge 3">
            <a:extLst>
              <a:ext uri="{FF2B5EF4-FFF2-40B4-BE49-F238E27FC236}">
                <a16:creationId xmlns:a16="http://schemas.microsoft.com/office/drawing/2014/main" id="{4F931BA8-3996-42A5-083C-1091B54BED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115038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ca-ES" dirty="0"/>
              <a:t>1</a:t>
            </a:r>
          </a:p>
        </p:txBody>
      </p:sp>
      <p:sp>
        <p:nvSpPr>
          <p:cNvPr id="9" name="Títol 5"/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pPr>
              <a:buClr>
                <a:srgbClr val="D7282F"/>
              </a:buClr>
            </a:pPr>
            <a:r>
              <a:rPr lang="ca-ES" dirty="0"/>
              <a:t>Lectura i aprovació, si escau, de l’acta de la sessió anterior.</a:t>
            </a:r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Nom de la presentació &gt; Secció on ens trobem &gt; Títol de la pàgina</a:t>
            </a:r>
          </a:p>
        </p:txBody>
      </p:sp>
    </p:spTree>
    <p:extLst>
      <p:ext uri="{BB962C8B-B14F-4D97-AF65-F5344CB8AC3E}">
        <p14:creationId xmlns:p14="http://schemas.microsoft.com/office/powerpoint/2010/main" val="1242382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ca-ES" dirty="0"/>
              <a:t>2</a:t>
            </a:r>
          </a:p>
        </p:txBody>
      </p:sp>
      <p:sp>
        <p:nvSpPr>
          <p:cNvPr id="9" name="Títol 5"/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pPr marL="0" indent="0" algn="ctr">
              <a:buNone/>
            </a:pPr>
            <a:r>
              <a:rPr lang="ca-ES" dirty="0"/>
              <a:t>Aprovació de la memòria anual de 2025</a:t>
            </a:r>
            <a:endParaRPr lang="ca-ES" b="0" dirty="0"/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Nom de la presentació &gt; Secció on ens trobem &gt; Títol de la pàgina</a:t>
            </a:r>
          </a:p>
        </p:txBody>
      </p:sp>
    </p:spTree>
    <p:extLst>
      <p:ext uri="{BB962C8B-B14F-4D97-AF65-F5344CB8AC3E}">
        <p14:creationId xmlns:p14="http://schemas.microsoft.com/office/powerpoint/2010/main" val="250117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Aprovació de la memòria anual de 2025</a:t>
            </a:r>
          </a:p>
        </p:txBody>
      </p:sp>
      <p:sp>
        <p:nvSpPr>
          <p:cNvPr id="8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7323" y="2010655"/>
            <a:ext cx="3342677" cy="410018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>
                <a:solidFill>
                  <a:schemeClr val="tx1"/>
                </a:solidFill>
              </a:rPr>
              <a:t>Destacat</a:t>
            </a:r>
          </a:p>
        </p:txBody>
      </p:sp>
      <p:pic>
        <p:nvPicPr>
          <p:cNvPr id="17" name="Contenidor d'imatge 9" title="Instagram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" r="306"/>
          <a:stretch>
            <a:fillRect/>
          </a:stretch>
        </p:blipFill>
        <p:spPr>
          <a:xfrm>
            <a:off x="8483683" y="2318981"/>
            <a:ext cx="491947" cy="491947"/>
          </a:xfrm>
          <a:prstGeom prst="rect">
            <a:avLst/>
          </a:prstGeom>
        </p:spPr>
      </p:pic>
      <p:sp>
        <p:nvSpPr>
          <p:cNvPr id="11" name="Contenidor de text 11"/>
          <p:cNvSpPr txBox="1">
            <a:spLocks/>
          </p:cNvSpPr>
          <p:nvPr/>
        </p:nvSpPr>
        <p:spPr>
          <a:xfrm>
            <a:off x="8483683" y="2986088"/>
            <a:ext cx="2439111" cy="288607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600" b="1" dirty="0">
                <a:solidFill>
                  <a:schemeClr val="tx1"/>
                </a:solidFill>
              </a:rPr>
              <a:t>Element destacat</a:t>
            </a:r>
            <a:r>
              <a:rPr lang="ca-ES" sz="1600" dirty="0">
                <a:solidFill>
                  <a:schemeClr val="tx1"/>
                </a:solidFill>
              </a:rPr>
              <a:t>, </a:t>
            </a:r>
            <a:r>
              <a:rPr lang="ca-ES" sz="1600" dirty="0" err="1">
                <a:solidFill>
                  <a:schemeClr val="tx1"/>
                </a:solidFill>
              </a:rPr>
              <a:t>enean</a:t>
            </a:r>
            <a:r>
              <a:rPr lang="ca-ES" sz="1600" dirty="0">
                <a:solidFill>
                  <a:schemeClr val="tx1"/>
                </a:solidFill>
              </a:rPr>
              <a:t> pulvinar </a:t>
            </a:r>
            <a:r>
              <a:rPr lang="ca-ES" sz="1600" b="1" dirty="0" err="1">
                <a:solidFill>
                  <a:schemeClr val="tx1"/>
                </a:solidFill>
              </a:rPr>
              <a:t>rutrum</a:t>
            </a:r>
            <a:r>
              <a:rPr lang="ca-ES" sz="1600" b="1" dirty="0">
                <a:solidFill>
                  <a:schemeClr val="tx1"/>
                </a:solidFill>
              </a:rPr>
              <a:t> </a:t>
            </a:r>
            <a:r>
              <a:rPr lang="ca-ES" sz="1600" b="1" dirty="0" err="1">
                <a:solidFill>
                  <a:schemeClr val="tx1"/>
                </a:solidFill>
              </a:rPr>
              <a:t>risus</a:t>
            </a:r>
            <a:r>
              <a:rPr lang="ca-ES" sz="1600" dirty="0">
                <a:solidFill>
                  <a:schemeClr val="tx1"/>
                </a:solidFill>
              </a:rPr>
              <a:t>, </a:t>
            </a:r>
            <a:r>
              <a:rPr lang="ca-ES" sz="1600" dirty="0" err="1">
                <a:solidFill>
                  <a:schemeClr val="tx1"/>
                </a:solidFill>
              </a:rPr>
              <a:t>ac</a:t>
            </a:r>
            <a:r>
              <a:rPr lang="ca-ES" sz="1600" dirty="0">
                <a:solidFill>
                  <a:schemeClr val="tx1"/>
                </a:solidFill>
              </a:rPr>
              <a:t> </a:t>
            </a:r>
            <a:r>
              <a:rPr lang="ca-ES" sz="1600" dirty="0" err="1">
                <a:solidFill>
                  <a:schemeClr val="tx1"/>
                </a:solidFill>
              </a:rPr>
              <a:t>elementum</a:t>
            </a:r>
            <a:r>
              <a:rPr lang="ca-ES" sz="1600" dirty="0">
                <a:solidFill>
                  <a:schemeClr val="tx1"/>
                </a:solidFill>
              </a:rPr>
              <a:t> eu. </a:t>
            </a:r>
            <a:r>
              <a:rPr lang="ca-ES" sz="1600" dirty="0" err="1">
                <a:solidFill>
                  <a:schemeClr val="tx1"/>
                </a:solidFill>
              </a:rPr>
              <a:t>Lorem</a:t>
            </a:r>
            <a:r>
              <a:rPr lang="ca-ES" sz="1600" dirty="0">
                <a:solidFill>
                  <a:schemeClr val="tx1"/>
                </a:solidFill>
              </a:rPr>
              <a:t> </a:t>
            </a:r>
            <a:r>
              <a:rPr lang="ca-ES" sz="1600" dirty="0" err="1">
                <a:solidFill>
                  <a:schemeClr val="tx1"/>
                </a:solidFill>
              </a:rPr>
              <a:t>ipsum</a:t>
            </a:r>
            <a:r>
              <a:rPr lang="ca-ES" sz="1600" dirty="0">
                <a:solidFill>
                  <a:schemeClr val="tx1"/>
                </a:solidFill>
              </a:rPr>
              <a:t>, </a:t>
            </a:r>
            <a:r>
              <a:rPr lang="ca-ES" sz="1600" b="1" dirty="0" err="1">
                <a:solidFill>
                  <a:schemeClr val="tx1"/>
                </a:solidFill>
              </a:rPr>
              <a:t>consectetur</a:t>
            </a:r>
            <a:r>
              <a:rPr lang="ca-ES" sz="1600" b="1" dirty="0">
                <a:solidFill>
                  <a:schemeClr val="tx1"/>
                </a:solidFill>
              </a:rPr>
              <a:t> </a:t>
            </a:r>
            <a:r>
              <a:rPr lang="ca-ES" sz="1600" b="1" dirty="0" err="1">
                <a:solidFill>
                  <a:schemeClr val="tx1"/>
                </a:solidFill>
              </a:rPr>
              <a:t>adipiscing</a:t>
            </a:r>
            <a:r>
              <a:rPr lang="ca-ES" sz="1600" dirty="0">
                <a:solidFill>
                  <a:schemeClr val="tx1"/>
                </a:solidFill>
              </a:rPr>
              <a:t> elit </a:t>
            </a:r>
            <a:r>
              <a:rPr lang="ca-ES" sz="1600" dirty="0" err="1">
                <a:solidFill>
                  <a:schemeClr val="tx1"/>
                </a:solidFill>
              </a:rPr>
              <a:t>lorem</a:t>
            </a:r>
            <a:r>
              <a:rPr lang="ca-ES" sz="1600" dirty="0">
                <a:solidFill>
                  <a:schemeClr val="tx1"/>
                </a:solidFill>
              </a:rPr>
              <a:t> a </a:t>
            </a:r>
            <a:r>
              <a:rPr lang="ca-ES" sz="1600" dirty="0" err="1">
                <a:solidFill>
                  <a:schemeClr val="tx1"/>
                </a:solidFill>
              </a:rPr>
              <a:t>pellentesque</a:t>
            </a:r>
            <a:r>
              <a:rPr lang="ca-E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Contenidor de text 13"/>
          <p:cNvSpPr>
            <a:spLocks noGrp="1"/>
          </p:cNvSpPr>
          <p:nvPr>
            <p:ph type="body" sz="quarter" idx="26"/>
          </p:nvPr>
        </p:nvSpPr>
        <p:spPr>
          <a:xfrm>
            <a:off x="700391" y="6628784"/>
            <a:ext cx="5332109" cy="127615"/>
          </a:xfrm>
          <a:prstGeom prst="rect">
            <a:avLst/>
          </a:prstGeom>
        </p:spPr>
        <p:txBody>
          <a:bodyPr/>
          <a:lstStyle/>
          <a:p>
            <a:r>
              <a:rPr lang="ca-ES" dirty="0"/>
              <a:t>Presentació i aprovació del Pla d’acció 2026 &gt;Ordre del dia &gt; Aprovació de la memòria anual de 2025</a:t>
            </a:r>
          </a:p>
        </p:txBody>
      </p:sp>
      <p:sp>
        <p:nvSpPr>
          <p:cNvPr id="18" name="Contenidor de text 6"/>
          <p:cNvSpPr txBox="1">
            <a:spLocks/>
          </p:cNvSpPr>
          <p:nvPr/>
        </p:nvSpPr>
        <p:spPr>
          <a:xfrm>
            <a:off x="700087" y="1275282"/>
            <a:ext cx="6632977" cy="3444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2000" b="1" dirty="0">
                <a:solidFill>
                  <a:srgbClr val="D7282F"/>
                </a:solidFill>
              </a:rPr>
              <a:t>Natura</a:t>
            </a:r>
          </a:p>
        </p:txBody>
      </p:sp>
      <p:sp>
        <p:nvSpPr>
          <p:cNvPr id="19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 txBox="1">
            <a:spLocks/>
          </p:cNvSpPr>
          <p:nvPr/>
        </p:nvSpPr>
        <p:spPr>
          <a:xfrm>
            <a:off x="700087" y="1992062"/>
            <a:ext cx="3313113" cy="14559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6254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Estat de conservació de flora.</a:t>
            </a:r>
          </a:p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Estat de conservació de fauna. </a:t>
            </a:r>
          </a:p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Gestió i conservació d’espècies i hàbitats.</a:t>
            </a:r>
          </a:p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Espècies exòtiques invasores.</a:t>
            </a:r>
          </a:p>
        </p:txBody>
      </p:sp>
      <p:sp>
        <p:nvSpPr>
          <p:cNvPr id="20" name="Contenidor de text 6"/>
          <p:cNvSpPr txBox="1">
            <a:spLocks/>
          </p:cNvSpPr>
          <p:nvPr/>
        </p:nvSpPr>
        <p:spPr>
          <a:xfrm>
            <a:off x="712424" y="4704643"/>
            <a:ext cx="6632977" cy="3444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2000" b="1" dirty="0">
                <a:solidFill>
                  <a:srgbClr val="D7282F"/>
                </a:solidFill>
              </a:rPr>
              <a:t>Coneixement</a:t>
            </a:r>
          </a:p>
        </p:txBody>
      </p:sp>
      <p:sp>
        <p:nvSpPr>
          <p:cNvPr id="21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 txBox="1">
            <a:spLocks/>
          </p:cNvSpPr>
          <p:nvPr/>
        </p:nvSpPr>
        <p:spPr>
          <a:xfrm>
            <a:off x="712424" y="5421423"/>
            <a:ext cx="3313113" cy="88430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6254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Estudis.</a:t>
            </a:r>
          </a:p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Seguiments.</a:t>
            </a:r>
          </a:p>
        </p:txBody>
      </p:sp>
      <p:sp>
        <p:nvSpPr>
          <p:cNvPr id="4" name="Contenidor d'imatge 3">
            <a:extLst>
              <a:ext uri="{FF2B5EF4-FFF2-40B4-BE49-F238E27FC236}">
                <a16:creationId xmlns:a16="http://schemas.microsoft.com/office/drawing/2014/main" id="{1D6E313D-40B2-9573-1BB5-B08F22AA91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27364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o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Aprovació de la memòria anual de 2025</a:t>
            </a:r>
          </a:p>
        </p:txBody>
      </p:sp>
      <p:sp>
        <p:nvSpPr>
          <p:cNvPr id="17" name="Contenidor de text 6"/>
          <p:cNvSpPr txBox="1">
            <a:spLocks/>
          </p:cNvSpPr>
          <p:nvPr/>
        </p:nvSpPr>
        <p:spPr>
          <a:xfrm>
            <a:off x="700087" y="1275282"/>
            <a:ext cx="10802821" cy="3444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2000" b="1" dirty="0">
                <a:solidFill>
                  <a:srgbClr val="D7282F"/>
                </a:solidFill>
              </a:rPr>
              <a:t>Ús públic i social</a:t>
            </a:r>
          </a:p>
        </p:txBody>
      </p:sp>
      <p:sp>
        <p:nvSpPr>
          <p:cNvPr id="9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 txBox="1">
            <a:spLocks/>
          </p:cNvSpPr>
          <p:nvPr/>
        </p:nvSpPr>
        <p:spPr>
          <a:xfrm>
            <a:off x="700087" y="1992062"/>
            <a:ext cx="5395913" cy="933936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6254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Fires i jornades.</a:t>
            </a:r>
          </a:p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La Carta Europea de Turisme Sostenible (CETS). </a:t>
            </a:r>
          </a:p>
        </p:txBody>
      </p:sp>
      <p:sp>
        <p:nvSpPr>
          <p:cNvPr id="8" name="Contenidor de text 7"/>
          <p:cNvSpPr>
            <a:spLocks noGrp="1"/>
          </p:cNvSpPr>
          <p:nvPr>
            <p:ph type="body" sz="quarter" idx="26"/>
          </p:nvPr>
        </p:nvSpPr>
        <p:spPr>
          <a:xfrm>
            <a:off x="712424" y="6624775"/>
            <a:ext cx="5383576" cy="112575"/>
          </a:xfrm>
          <a:prstGeom prst="rect">
            <a:avLst/>
          </a:prstGeom>
        </p:spPr>
        <p:txBody>
          <a:bodyPr/>
          <a:lstStyle/>
          <a:p>
            <a:r>
              <a:rPr lang="ca-ES" dirty="0"/>
              <a:t>Presentació i aprovació del Pla d’acció 2026 &gt;Ordre del dia &gt; Aprovació de la memòria anual de 2025</a:t>
            </a:r>
          </a:p>
        </p:txBody>
      </p:sp>
      <p:sp>
        <p:nvSpPr>
          <p:cNvPr id="16" name="Contenidor de text 6"/>
          <p:cNvSpPr txBox="1">
            <a:spLocks/>
          </p:cNvSpPr>
          <p:nvPr/>
        </p:nvSpPr>
        <p:spPr>
          <a:xfrm>
            <a:off x="694589" y="3126046"/>
            <a:ext cx="10802821" cy="3444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2000" b="1" dirty="0">
                <a:solidFill>
                  <a:srgbClr val="D7282F"/>
                </a:solidFill>
              </a:rPr>
              <a:t>Comunicació, educació i voluntariat ambiental</a:t>
            </a:r>
          </a:p>
        </p:txBody>
      </p:sp>
      <p:sp>
        <p:nvSpPr>
          <p:cNvPr id="18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 txBox="1">
            <a:spLocks/>
          </p:cNvSpPr>
          <p:nvPr/>
        </p:nvSpPr>
        <p:spPr>
          <a:xfrm>
            <a:off x="694589" y="3842826"/>
            <a:ext cx="5395913" cy="94894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6254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Centre educatius.</a:t>
            </a:r>
          </a:p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Activitats d’educació i voluntariat ambiental.</a:t>
            </a:r>
          </a:p>
        </p:txBody>
      </p:sp>
      <p:sp>
        <p:nvSpPr>
          <p:cNvPr id="19" name="Contenidor de text 6"/>
          <p:cNvSpPr txBox="1">
            <a:spLocks/>
          </p:cNvSpPr>
          <p:nvPr/>
        </p:nvSpPr>
        <p:spPr>
          <a:xfrm>
            <a:off x="694589" y="4994862"/>
            <a:ext cx="10802821" cy="344488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a-ES" sz="2000" b="1" dirty="0">
                <a:solidFill>
                  <a:srgbClr val="D7282F"/>
                </a:solidFill>
              </a:rPr>
              <a:t>Gestió i administració</a:t>
            </a:r>
          </a:p>
        </p:txBody>
      </p:sp>
      <p:sp>
        <p:nvSpPr>
          <p:cNvPr id="20" name="Contenidor de text 3">
            <a:extLst>
              <a:ext uri="{FF2B5EF4-FFF2-40B4-BE49-F238E27FC236}">
                <a16:creationId xmlns:a16="http://schemas.microsoft.com/office/drawing/2014/main" id="{9EAA6A94-2CA9-A726-9DFD-F695650D9AF6}"/>
              </a:ext>
            </a:extLst>
          </p:cNvPr>
          <p:cNvSpPr txBox="1">
            <a:spLocks/>
          </p:cNvSpPr>
          <p:nvPr/>
        </p:nvSpPr>
        <p:spPr>
          <a:xfrm>
            <a:off x="694589" y="5711642"/>
            <a:ext cx="5395913" cy="948941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547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tabLst>
                <a:tab pos="6254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Pla estratègic (2025-2028).</a:t>
            </a:r>
          </a:p>
          <a:p>
            <a:pPr marL="285750" indent="-285750">
              <a:buClr>
                <a:srgbClr val="D7282F"/>
              </a:buClr>
              <a:buFont typeface="Courier New" panose="02070309020205020404" pitchFamily="49" charset="0"/>
              <a:buChar char="o"/>
            </a:pPr>
            <a:r>
              <a:rPr lang="ca-ES" dirty="0"/>
              <a:t>Taules d’orientació als cims.</a:t>
            </a:r>
          </a:p>
        </p:txBody>
      </p:sp>
    </p:spTree>
    <p:extLst>
      <p:ext uri="{BB962C8B-B14F-4D97-AF65-F5344CB8AC3E}">
        <p14:creationId xmlns:p14="http://schemas.microsoft.com/office/powerpoint/2010/main" val="3083567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ca-ES" dirty="0"/>
              <a:t>3</a:t>
            </a:r>
          </a:p>
        </p:txBody>
      </p:sp>
      <p:sp>
        <p:nvSpPr>
          <p:cNvPr id="9" name="Títol 5"/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pPr marL="0" indent="0" algn="ctr">
              <a:buNone/>
            </a:pPr>
            <a:r>
              <a:rPr lang="ca-ES" dirty="0"/>
              <a:t>Presentació del programa d’actuacions del Parc Natural de Cadí – Moixeró previst per al 2026</a:t>
            </a:r>
            <a:endParaRPr lang="ca-ES" b="0" dirty="0"/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Nom de la presentació &gt; Secció on ens trobem &gt; Títol de la pàgina</a:t>
            </a:r>
          </a:p>
        </p:txBody>
      </p:sp>
    </p:spTree>
    <p:extLst>
      <p:ext uri="{BB962C8B-B14F-4D97-AF65-F5344CB8AC3E}">
        <p14:creationId xmlns:p14="http://schemas.microsoft.com/office/powerpoint/2010/main" val="1393380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ca-ES" dirty="0"/>
              <a:t>4</a:t>
            </a:r>
          </a:p>
        </p:txBody>
      </p:sp>
      <p:sp>
        <p:nvSpPr>
          <p:cNvPr id="9" name="Títol 5"/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pPr marL="0" indent="0" algn="ctr">
              <a:buNone/>
            </a:pPr>
            <a:r>
              <a:rPr lang="ca-ES" dirty="0"/>
              <a:t>Presentació del pressupost 2026</a:t>
            </a:r>
            <a:endParaRPr lang="ca-ES" b="0" dirty="0"/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Nom de la presentació &gt; Secció on ens trobem &gt; Títol de la pàgina</a:t>
            </a:r>
          </a:p>
        </p:txBody>
      </p:sp>
    </p:spTree>
    <p:extLst>
      <p:ext uri="{BB962C8B-B14F-4D97-AF65-F5344CB8AC3E}">
        <p14:creationId xmlns:p14="http://schemas.microsoft.com/office/powerpoint/2010/main" val="1952905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Pressupost 2026, en percentatge per àmbit</a:t>
            </a:r>
          </a:p>
        </p:txBody>
      </p:sp>
      <p:sp>
        <p:nvSpPr>
          <p:cNvPr id="32" name="Contenidor de text 18"/>
          <p:cNvSpPr txBox="1">
            <a:spLocks/>
          </p:cNvSpPr>
          <p:nvPr/>
        </p:nvSpPr>
        <p:spPr>
          <a:xfrm>
            <a:off x="700088" y="4278829"/>
            <a:ext cx="5200380" cy="2078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000" dirty="0">
                <a:solidFill>
                  <a:srgbClr val="333333"/>
                </a:solidFill>
              </a:rPr>
              <a:t>Font: </a:t>
            </a:r>
            <a:r>
              <a:rPr lang="ca-ES" sz="1000" dirty="0" err="1">
                <a:solidFill>
                  <a:srgbClr val="333333"/>
                </a:solidFill>
              </a:rPr>
              <a:t>Lorem</a:t>
            </a:r>
            <a:r>
              <a:rPr lang="ca-ES" sz="1000" dirty="0">
                <a:solidFill>
                  <a:srgbClr val="333333"/>
                </a:solidFill>
              </a:rPr>
              <a:t> </a:t>
            </a:r>
            <a:r>
              <a:rPr lang="ca-ES" sz="1000" dirty="0" err="1">
                <a:solidFill>
                  <a:srgbClr val="333333"/>
                </a:solidFill>
              </a:rPr>
              <a:t>ipsum</a:t>
            </a:r>
            <a:r>
              <a:rPr lang="ca-ES" sz="1000" dirty="0">
                <a:solidFill>
                  <a:srgbClr val="333333"/>
                </a:solidFill>
              </a:rPr>
              <a:t> dolor sit </a:t>
            </a:r>
            <a:r>
              <a:rPr lang="ca-ES" sz="1000" dirty="0" err="1">
                <a:solidFill>
                  <a:srgbClr val="333333"/>
                </a:solidFill>
              </a:rPr>
              <a:t>amet</a:t>
            </a:r>
            <a:r>
              <a:rPr lang="ca-ES" sz="1000" dirty="0">
                <a:solidFill>
                  <a:srgbClr val="333333"/>
                </a:solidFill>
              </a:rPr>
              <a:t>, </a:t>
            </a:r>
            <a:r>
              <a:rPr lang="ca-ES" sz="1000" dirty="0" err="1">
                <a:solidFill>
                  <a:srgbClr val="333333"/>
                </a:solidFill>
              </a:rPr>
              <a:t>consectetur</a:t>
            </a:r>
            <a:r>
              <a:rPr lang="ca-ES" sz="1000" dirty="0">
                <a:solidFill>
                  <a:srgbClr val="333333"/>
                </a:solidFill>
              </a:rPr>
              <a:t> </a:t>
            </a:r>
            <a:r>
              <a:rPr lang="ca-ES" sz="1000" dirty="0" err="1">
                <a:solidFill>
                  <a:srgbClr val="333333"/>
                </a:solidFill>
              </a:rPr>
              <a:t>adipiscing</a:t>
            </a:r>
            <a:r>
              <a:rPr lang="ca-ES" sz="1000" dirty="0">
                <a:solidFill>
                  <a:srgbClr val="333333"/>
                </a:solidFill>
              </a:rPr>
              <a:t> elit. </a:t>
            </a:r>
            <a:r>
              <a:rPr lang="ca-ES" sz="1000" dirty="0" err="1">
                <a:solidFill>
                  <a:srgbClr val="333333"/>
                </a:solidFill>
              </a:rPr>
              <a:t>Nunc</a:t>
            </a:r>
            <a:r>
              <a:rPr lang="ca-ES" sz="1000" dirty="0">
                <a:solidFill>
                  <a:srgbClr val="333333"/>
                </a:solidFill>
              </a:rPr>
              <a:t> </a:t>
            </a:r>
            <a:r>
              <a:rPr lang="ca-ES" sz="1000" dirty="0" err="1">
                <a:solidFill>
                  <a:srgbClr val="333333"/>
                </a:solidFill>
              </a:rPr>
              <a:t>felis</a:t>
            </a:r>
            <a:r>
              <a:rPr lang="ca-ES" sz="1000" dirty="0">
                <a:solidFill>
                  <a:srgbClr val="333333"/>
                </a:solidFill>
              </a:rPr>
              <a:t> </a:t>
            </a:r>
            <a:r>
              <a:rPr lang="ca-ES" sz="1000" dirty="0" err="1">
                <a:solidFill>
                  <a:srgbClr val="333333"/>
                </a:solidFill>
              </a:rPr>
              <a:t>purus</a:t>
            </a:r>
            <a:r>
              <a:rPr lang="ca-ES" sz="1000" dirty="0">
                <a:solidFill>
                  <a:srgbClr val="333333"/>
                </a:solidFill>
              </a:rPr>
              <a:t>, </a:t>
            </a:r>
            <a:r>
              <a:rPr lang="ca-ES" sz="1000" dirty="0" err="1">
                <a:solidFill>
                  <a:srgbClr val="333333"/>
                </a:solidFill>
              </a:rPr>
              <a:t>laoreet</a:t>
            </a:r>
            <a:r>
              <a:rPr lang="ca-ES" sz="1000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27" name="Contenidor de text 18"/>
          <p:cNvSpPr txBox="1">
            <a:spLocks/>
          </p:cNvSpPr>
          <p:nvPr/>
        </p:nvSpPr>
        <p:spPr>
          <a:xfrm>
            <a:off x="6197617" y="1436927"/>
            <a:ext cx="2794958" cy="117905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600" dirty="0"/>
              <a:t>Tauler de diferents gràfics per a explicacions amb més informació.</a:t>
            </a:r>
          </a:p>
        </p:txBody>
      </p:sp>
      <p:sp>
        <p:nvSpPr>
          <p:cNvPr id="28" name="Contenidor de text 18"/>
          <p:cNvSpPr txBox="1">
            <a:spLocks/>
          </p:cNvSpPr>
          <p:nvPr/>
        </p:nvSpPr>
        <p:spPr>
          <a:xfrm>
            <a:off x="8704053" y="3799193"/>
            <a:ext cx="2794958" cy="1179059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600" dirty="0" err="1"/>
              <a:t>Lorem</a:t>
            </a:r>
            <a:r>
              <a:rPr lang="ca-ES" sz="1600" dirty="0"/>
              <a:t> </a:t>
            </a:r>
            <a:r>
              <a:rPr lang="ca-ES" sz="1600" dirty="0" err="1"/>
              <a:t>ipsum</a:t>
            </a:r>
            <a:r>
              <a:rPr lang="ca-ES" sz="1600" dirty="0"/>
              <a:t> dolor sit </a:t>
            </a:r>
            <a:r>
              <a:rPr lang="ca-ES" sz="1600" dirty="0" err="1"/>
              <a:t>amet</a:t>
            </a:r>
            <a:r>
              <a:rPr lang="ca-ES" sz="1600" dirty="0"/>
              <a:t>, </a:t>
            </a:r>
            <a:r>
              <a:rPr lang="ca-ES" sz="1600" b="1" dirty="0" err="1"/>
              <a:t>consectetur</a:t>
            </a:r>
            <a:r>
              <a:rPr lang="ca-ES" sz="1600" b="1" dirty="0"/>
              <a:t> </a:t>
            </a:r>
            <a:r>
              <a:rPr lang="ca-ES" sz="1600" b="1" dirty="0" err="1"/>
              <a:t>adipiscing</a:t>
            </a:r>
            <a:r>
              <a:rPr lang="ca-ES" sz="1600" b="1" dirty="0"/>
              <a:t> </a:t>
            </a:r>
            <a:r>
              <a:rPr lang="ca-ES" sz="1600" dirty="0"/>
              <a:t>elit </a:t>
            </a:r>
            <a:r>
              <a:rPr lang="ca-ES" sz="1600" dirty="0" err="1"/>
              <a:t>lorem</a:t>
            </a:r>
            <a:r>
              <a:rPr lang="ca-ES" sz="1600" dirty="0"/>
              <a:t> a </a:t>
            </a:r>
            <a:r>
              <a:rPr lang="ca-ES" sz="1600" dirty="0" err="1"/>
              <a:t>pellentesqu</a:t>
            </a:r>
            <a:endParaRPr lang="ca-ES" sz="1600" dirty="0"/>
          </a:p>
        </p:txBody>
      </p:sp>
      <p:sp>
        <p:nvSpPr>
          <p:cNvPr id="33" name="Contenidor de text 18"/>
          <p:cNvSpPr txBox="1">
            <a:spLocks/>
          </p:cNvSpPr>
          <p:nvPr/>
        </p:nvSpPr>
        <p:spPr>
          <a:xfrm>
            <a:off x="6699917" y="5253612"/>
            <a:ext cx="4799094" cy="207800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Font typeface="Arial" panose="020B0604020202020204" pitchFamily="34" charset="0"/>
              <a:buChar char="−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000" dirty="0">
                <a:solidFill>
                  <a:srgbClr val="333333"/>
                </a:solidFill>
              </a:rPr>
              <a:t>Font: </a:t>
            </a:r>
            <a:r>
              <a:rPr lang="ca-ES" sz="1000" dirty="0" err="1">
                <a:solidFill>
                  <a:srgbClr val="333333"/>
                </a:solidFill>
              </a:rPr>
              <a:t>Lorem</a:t>
            </a:r>
            <a:r>
              <a:rPr lang="ca-ES" sz="1000" dirty="0">
                <a:solidFill>
                  <a:srgbClr val="333333"/>
                </a:solidFill>
              </a:rPr>
              <a:t> </a:t>
            </a:r>
            <a:r>
              <a:rPr lang="ca-ES" sz="1000" dirty="0" err="1">
                <a:solidFill>
                  <a:srgbClr val="333333"/>
                </a:solidFill>
              </a:rPr>
              <a:t>ipsum</a:t>
            </a:r>
            <a:r>
              <a:rPr lang="ca-ES" sz="1000" dirty="0">
                <a:solidFill>
                  <a:srgbClr val="333333"/>
                </a:solidFill>
              </a:rPr>
              <a:t> dolor sit </a:t>
            </a:r>
            <a:r>
              <a:rPr lang="ca-ES" sz="1000" dirty="0" err="1">
                <a:solidFill>
                  <a:srgbClr val="333333"/>
                </a:solidFill>
              </a:rPr>
              <a:t>amet</a:t>
            </a:r>
            <a:r>
              <a:rPr lang="ca-ES" sz="1000" dirty="0">
                <a:solidFill>
                  <a:srgbClr val="333333"/>
                </a:solidFill>
              </a:rPr>
              <a:t>, </a:t>
            </a:r>
            <a:r>
              <a:rPr lang="ca-ES" sz="1000" dirty="0" err="1">
                <a:solidFill>
                  <a:srgbClr val="333333"/>
                </a:solidFill>
              </a:rPr>
              <a:t>consectetur</a:t>
            </a:r>
            <a:r>
              <a:rPr lang="ca-ES" sz="1000" dirty="0">
                <a:solidFill>
                  <a:srgbClr val="333333"/>
                </a:solidFill>
              </a:rPr>
              <a:t> </a:t>
            </a:r>
            <a:r>
              <a:rPr lang="ca-ES" sz="1000" dirty="0" err="1">
                <a:solidFill>
                  <a:srgbClr val="333333"/>
                </a:solidFill>
              </a:rPr>
              <a:t>adipiscing</a:t>
            </a:r>
            <a:r>
              <a:rPr lang="ca-ES" sz="1000" dirty="0">
                <a:solidFill>
                  <a:srgbClr val="333333"/>
                </a:solidFill>
              </a:rPr>
              <a:t> elit.</a:t>
            </a:r>
          </a:p>
        </p:txBody>
      </p:sp>
      <p:sp>
        <p:nvSpPr>
          <p:cNvPr id="3" name="Contenidor de text 2"/>
          <p:cNvSpPr>
            <a:spLocks noGrp="1"/>
          </p:cNvSpPr>
          <p:nvPr>
            <p:ph type="body" sz="quarter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ca-ES" dirty="0"/>
              <a:t>Presentació i aprovació del Pla d’acció 2026 &gt;Pressupost 2026</a:t>
            </a:r>
          </a:p>
        </p:txBody>
      </p:sp>
      <p:graphicFrame>
        <p:nvGraphicFramePr>
          <p:cNvPr id="9" name="Gràfic 8"/>
          <p:cNvGraphicFramePr/>
          <p:nvPr>
            <p:extLst>
              <p:ext uri="{D42A27DB-BD31-4B8C-83A1-F6EECF244321}">
                <p14:modId xmlns:p14="http://schemas.microsoft.com/office/powerpoint/2010/main" val="1646474045"/>
              </p:ext>
            </p:extLst>
          </p:nvPr>
        </p:nvGraphicFramePr>
        <p:xfrm>
          <a:off x="698976" y="1436927"/>
          <a:ext cx="5016024" cy="2494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Gràfic 12"/>
          <p:cNvGraphicFramePr/>
          <p:nvPr>
            <p:extLst>
              <p:ext uri="{D42A27DB-BD31-4B8C-83A1-F6EECF244321}">
                <p14:modId xmlns:p14="http://schemas.microsoft.com/office/powerpoint/2010/main" val="3329622354"/>
              </p:ext>
            </p:extLst>
          </p:nvPr>
        </p:nvGraphicFramePr>
        <p:xfrm>
          <a:off x="6132440" y="3344333"/>
          <a:ext cx="2925311" cy="1950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50596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o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Punts clau del pressupost</a:t>
            </a:r>
          </a:p>
        </p:txBody>
      </p:sp>
      <p:sp>
        <p:nvSpPr>
          <p:cNvPr id="8" name="Contenidor de text 7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ca-ES" dirty="0"/>
              <a:t>Natura</a:t>
            </a:r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ca-ES" dirty="0"/>
              <a:t>Pressupost global en Natura: un ..... % d’un pressupost global de .................... € (..............€).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ca-ES" dirty="0"/>
              <a:t>Principals actuacions programades:</a:t>
            </a:r>
          </a:p>
          <a:p>
            <a:pPr marL="514350" lvl="1" indent="-285750"/>
            <a:r>
              <a:rPr lang="ca-ES" dirty="0"/>
              <a:t>Pistes forestals.</a:t>
            </a:r>
          </a:p>
          <a:p>
            <a:pPr marL="514350" lvl="1" indent="-285750"/>
            <a:r>
              <a:rPr lang="ca-ES" dirty="0"/>
              <a:t>Senders.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ca-ES" dirty="0"/>
          </a:p>
        </p:txBody>
      </p:sp>
      <p:sp>
        <p:nvSpPr>
          <p:cNvPr id="5" name="Contenidor de text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>
                <a:solidFill>
                  <a:srgbClr val="666666"/>
                </a:solidFill>
              </a:rPr>
              <a:t>Nom de la presentació &gt; Secció on ens trobem &gt; Títol de la pàgina</a:t>
            </a:r>
          </a:p>
        </p:txBody>
      </p:sp>
      <p:sp>
        <p:nvSpPr>
          <p:cNvPr id="4" name="Contenidor d'imatge 3">
            <a:extLst>
              <a:ext uri="{FF2B5EF4-FFF2-40B4-BE49-F238E27FC236}">
                <a16:creationId xmlns:a16="http://schemas.microsoft.com/office/drawing/2014/main" id="{213D1B44-E0DA-057A-E117-DC4A7D0C6D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01838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ca-ES" dirty="0"/>
              <a:t>5</a:t>
            </a:r>
          </a:p>
        </p:txBody>
      </p:sp>
      <p:sp>
        <p:nvSpPr>
          <p:cNvPr id="9" name="Títol 5"/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pPr marL="0" indent="0" algn="ctr">
              <a:buNone/>
            </a:pPr>
            <a:r>
              <a:rPr lang="ca-ES" dirty="0"/>
              <a:t>Aprovació, si escau, del programa d’actuacions</a:t>
            </a:r>
            <a:endParaRPr lang="ca-ES" b="0" dirty="0"/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Nom de la presentació &gt; Secció on ens trobem &gt; Títol de la pàgina</a:t>
            </a:r>
          </a:p>
        </p:txBody>
      </p:sp>
    </p:spTree>
    <p:extLst>
      <p:ext uri="{BB962C8B-B14F-4D97-AF65-F5344CB8AC3E}">
        <p14:creationId xmlns:p14="http://schemas.microsoft.com/office/powerpoint/2010/main" val="3859114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ca-ES" dirty="0"/>
              <a:t>6</a:t>
            </a:r>
          </a:p>
        </p:txBody>
      </p:sp>
      <p:sp>
        <p:nvSpPr>
          <p:cNvPr id="9" name="Títol 5"/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pPr>
              <a:buClr>
                <a:srgbClr val="D7282F"/>
              </a:buClr>
            </a:pPr>
            <a:r>
              <a:rPr lang="ca-ES" dirty="0"/>
              <a:t>Altres qüestions a tractar</a:t>
            </a:r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Nom de la presentació &gt; Secció on ens trobem &gt; Títol de la pàgina</a:t>
            </a:r>
          </a:p>
        </p:txBody>
      </p:sp>
    </p:spTree>
    <p:extLst>
      <p:ext uri="{BB962C8B-B14F-4D97-AF65-F5344CB8AC3E}">
        <p14:creationId xmlns:p14="http://schemas.microsoft.com/office/powerpoint/2010/main" val="2186829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idor de text 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ca-ES" dirty="0"/>
              <a:t>7</a:t>
            </a:r>
          </a:p>
        </p:txBody>
      </p:sp>
      <p:sp>
        <p:nvSpPr>
          <p:cNvPr id="9" name="Títol 5"/>
          <p:cNvSpPr>
            <a:spLocks noGrp="1"/>
          </p:cNvSpPr>
          <p:nvPr>
            <p:ph type="title"/>
          </p:nvPr>
        </p:nvSpPr>
        <p:spPr/>
        <p:txBody>
          <a:bodyPr lIns="0" tIns="0" rIns="0" bIns="0" anchor="t"/>
          <a:lstStyle/>
          <a:p>
            <a:pPr>
              <a:buClr>
                <a:srgbClr val="D7282F"/>
              </a:buClr>
            </a:pPr>
            <a:r>
              <a:rPr lang="ca-ES" dirty="0"/>
              <a:t>Torn obert de paraules</a:t>
            </a:r>
          </a:p>
        </p:txBody>
      </p:sp>
      <p:sp>
        <p:nvSpPr>
          <p:cNvPr id="6" name="Contenidor de text 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ca-ES" dirty="0"/>
              <a:t>Nom de la presentació &gt; Secció on ens trobem &gt; Títol de la pàgina</a:t>
            </a:r>
          </a:p>
        </p:txBody>
      </p:sp>
    </p:spTree>
    <p:extLst>
      <p:ext uri="{BB962C8B-B14F-4D97-AF65-F5344CB8AC3E}">
        <p14:creationId xmlns:p14="http://schemas.microsoft.com/office/powerpoint/2010/main" val="839795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idor de text 3">
            <a:extLst>
              <a:ext uri="{FF2B5EF4-FFF2-40B4-BE49-F238E27FC236}">
                <a16:creationId xmlns:a16="http://schemas.microsoft.com/office/drawing/2014/main" id="{F5DF822E-BD56-9BFF-766C-38F03715EA6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ca-ES" dirty="0"/>
              <a:t>Departament de Territori, Habitatge i Transició Ecològica</a:t>
            </a:r>
          </a:p>
          <a:p>
            <a:r>
              <a:rPr lang="ca-ES" dirty="0"/>
              <a:t>Direcció General de Polítiques Ambientals i Medi Natural</a:t>
            </a:r>
          </a:p>
        </p:txBody>
      </p:sp>
      <p:sp>
        <p:nvSpPr>
          <p:cNvPr id="8" name="Contenidor de contingut 7">
            <a:extLst>
              <a:ext uri="{FF2B5EF4-FFF2-40B4-BE49-F238E27FC236}">
                <a16:creationId xmlns:a16="http://schemas.microsoft.com/office/drawing/2014/main" id="{2C350458-20EA-4FF7-B90E-CECA29F869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03713" y="4684112"/>
            <a:ext cx="7199087" cy="15656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Tx/>
              <a:buFontTx/>
              <a:buNone/>
              <a:tabLst/>
              <a:defRPr/>
            </a:pPr>
            <a:r>
              <a:rPr lang="ca-ES" sz="1400" b="0" dirty="0">
                <a:latin typeface="+mn-lt"/>
                <a:ea typeface="+mn-ea"/>
                <a:cs typeface="+mn-cs"/>
              </a:rPr>
              <a:t>p</a:t>
            </a:r>
            <a:r>
              <a:rPr kumimoji="0" lang="ca-E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arcsnaturals.gencat.cat</a:t>
            </a:r>
          </a:p>
        </p:txBody>
      </p:sp>
      <p:sp>
        <p:nvSpPr>
          <p:cNvPr id="10" name="Contenidor de contingut 9">
            <a:extLst>
              <a:ext uri="{FF2B5EF4-FFF2-40B4-BE49-F238E27FC236}">
                <a16:creationId xmlns:a16="http://schemas.microsoft.com/office/drawing/2014/main" id="{61263699-E32A-5707-8043-F378EA5F662C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ca-ES" dirty="0"/>
              <a:t>nombustia@gencat.cat</a:t>
            </a:r>
          </a:p>
          <a:p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433687567"/>
      </p:ext>
    </p:extLst>
  </p:cSld>
  <p:clrMapOvr>
    <a:masterClrMapping/>
  </p:clrMapOvr>
</p:sld>
</file>

<file path=ppt/theme/theme1.xml><?xml version="1.0" encoding="utf-8"?>
<a:theme xmlns:a="http://schemas.openxmlformats.org/drawingml/2006/main" name="1 - Portades">
  <a:themeElements>
    <a:clrScheme name="PresentacióPPTGeneralitatCatalunya">
      <a:dk1>
        <a:sysClr val="windowText" lastClr="000000"/>
      </a:dk1>
      <a:lt1>
        <a:sysClr val="window" lastClr="FFFFFF"/>
      </a:lt1>
      <a:dk2>
        <a:srgbClr val="666666"/>
      </a:dk2>
      <a:lt2>
        <a:srgbClr val="FFFFFF"/>
      </a:lt2>
      <a:accent1>
        <a:srgbClr val="C00000"/>
      </a:accent1>
      <a:accent2>
        <a:srgbClr val="666666"/>
      </a:accent2>
      <a:accent3>
        <a:srgbClr val="C00000"/>
      </a:accent3>
      <a:accent4>
        <a:srgbClr val="BFBFBF"/>
      </a:accent4>
      <a:accent5>
        <a:srgbClr val="656565"/>
      </a:accent5>
      <a:accent6>
        <a:srgbClr val="656565"/>
      </a:accent6>
      <a:hlink>
        <a:srgbClr val="C00000"/>
      </a:hlink>
      <a:folHlink>
        <a:srgbClr val="6565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.pptx" id="{F177A54F-E21D-4F59-B5BA-C15907C52858}" vid="{DE3F7BED-0561-4732-AFBA-3664F685FE26}"/>
    </a:ext>
  </a:extLst>
</a:theme>
</file>

<file path=ppt/theme/theme2.xml><?xml version="1.0" encoding="utf-8"?>
<a:theme xmlns:a="http://schemas.openxmlformats.org/drawingml/2006/main" name="2 - Textos i imatges">
  <a:themeElements>
    <a:clrScheme name="Personalitzat 2">
      <a:dk1>
        <a:sysClr val="windowText" lastClr="000000"/>
      </a:dk1>
      <a:lt1>
        <a:sysClr val="window" lastClr="FFFFFF"/>
      </a:lt1>
      <a:dk2>
        <a:srgbClr val="666666"/>
      </a:dk2>
      <a:lt2>
        <a:srgbClr val="FFFFFF"/>
      </a:lt2>
      <a:accent1>
        <a:srgbClr val="D7282F"/>
      </a:accent1>
      <a:accent2>
        <a:srgbClr val="666666"/>
      </a:accent2>
      <a:accent3>
        <a:srgbClr val="D7282F"/>
      </a:accent3>
      <a:accent4>
        <a:srgbClr val="BFBFBF"/>
      </a:accent4>
      <a:accent5>
        <a:srgbClr val="656565"/>
      </a:accent5>
      <a:accent6>
        <a:srgbClr val="656565"/>
      </a:accent6>
      <a:hlink>
        <a:srgbClr val="D7282F"/>
      </a:hlink>
      <a:folHlink>
        <a:srgbClr val="6565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0" tIns="0" rIns="0" bIns="0"/>
      <a:lstStyle>
        <a:defPPr>
          <a:defRPr dirty="0">
            <a:solidFill>
              <a:srgbClr val="999999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.pptx" id="{F177A54F-E21D-4F59-B5BA-C15907C52858}" vid="{38AE5C37-D397-45E1-B7E8-9C2FE87A7B3C}"/>
    </a:ext>
  </a:extLst>
</a:theme>
</file>

<file path=ppt/theme/theme3.xml><?xml version="1.0" encoding="utf-8"?>
<a:theme xmlns:a="http://schemas.openxmlformats.org/drawingml/2006/main" name="3 - Columnes amb icones i xifres destacades">
  <a:themeElements>
    <a:clrScheme name="PresentacióPPTGeneralitatCatalunya">
      <a:dk1>
        <a:sysClr val="windowText" lastClr="000000"/>
      </a:dk1>
      <a:lt1>
        <a:sysClr val="window" lastClr="FFFFFF"/>
      </a:lt1>
      <a:dk2>
        <a:srgbClr val="666666"/>
      </a:dk2>
      <a:lt2>
        <a:srgbClr val="FFFFFF"/>
      </a:lt2>
      <a:accent1>
        <a:srgbClr val="C00000"/>
      </a:accent1>
      <a:accent2>
        <a:srgbClr val="666666"/>
      </a:accent2>
      <a:accent3>
        <a:srgbClr val="C00000"/>
      </a:accent3>
      <a:accent4>
        <a:srgbClr val="BFBFBF"/>
      </a:accent4>
      <a:accent5>
        <a:srgbClr val="656565"/>
      </a:accent5>
      <a:accent6>
        <a:srgbClr val="656565"/>
      </a:accent6>
      <a:hlink>
        <a:srgbClr val="C00000"/>
      </a:hlink>
      <a:folHlink>
        <a:srgbClr val="6565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.pptx" id="{F177A54F-E21D-4F59-B5BA-C15907C52858}" vid="{A14D0DBB-6897-4D37-9791-E60024810555}"/>
    </a:ext>
  </a:extLst>
</a:theme>
</file>

<file path=ppt/theme/theme4.xml><?xml version="1.0" encoding="utf-8"?>
<a:theme xmlns:a="http://schemas.openxmlformats.org/drawingml/2006/main" name="4 - Passos i processos">
  <a:themeElements>
    <a:clrScheme name="PresentacióPPTGeneralitatCatalunya">
      <a:dk1>
        <a:sysClr val="windowText" lastClr="000000"/>
      </a:dk1>
      <a:lt1>
        <a:sysClr val="window" lastClr="FFFFFF"/>
      </a:lt1>
      <a:dk2>
        <a:srgbClr val="666666"/>
      </a:dk2>
      <a:lt2>
        <a:srgbClr val="FFFFFF"/>
      </a:lt2>
      <a:accent1>
        <a:srgbClr val="C00000"/>
      </a:accent1>
      <a:accent2>
        <a:srgbClr val="666666"/>
      </a:accent2>
      <a:accent3>
        <a:srgbClr val="C00000"/>
      </a:accent3>
      <a:accent4>
        <a:srgbClr val="BFBFBF"/>
      </a:accent4>
      <a:accent5>
        <a:srgbClr val="656565"/>
      </a:accent5>
      <a:accent6>
        <a:srgbClr val="656565"/>
      </a:accent6>
      <a:hlink>
        <a:srgbClr val="C00000"/>
      </a:hlink>
      <a:folHlink>
        <a:srgbClr val="65656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.pptx" id="{F177A54F-E21D-4F59-B5BA-C15907C52858}" vid="{B1B1E2D7-A881-4D4F-AE0E-499DCD6C6FDF}"/>
    </a:ext>
  </a:extLst>
</a:theme>
</file>

<file path=ppt/theme/theme5.xml><?xml version="1.0" encoding="utf-8"?>
<a:theme xmlns:a="http://schemas.openxmlformats.org/drawingml/2006/main" name="5 - Tancament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.pptx" id="{F177A54F-E21D-4F59-B5BA-C15907C52858}" vid="{8B53208B-F081-4871-800B-7F2B73957C39}"/>
    </a:ext>
  </a:extLst>
</a:theme>
</file>

<file path=ppt/theme/theme6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e l'Office">
  <a:themeElements>
    <a:clrScheme name="Oficin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icin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Presentació</Template>
  <TotalTime>4905</TotalTime>
  <Words>642</Words>
  <Application>Microsoft Office PowerPoint</Application>
  <PresentationFormat>Pantalla panoràmica</PresentationFormat>
  <Paragraphs>96</Paragraphs>
  <Slides>16</Slides>
  <Notes>10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3</vt:i4>
      </vt:variant>
      <vt:variant>
        <vt:lpstr>Tema</vt:lpstr>
      </vt:variant>
      <vt:variant>
        <vt:i4>5</vt:i4>
      </vt:variant>
      <vt:variant>
        <vt:lpstr>Títols de les diapositives</vt:lpstr>
      </vt:variant>
      <vt:variant>
        <vt:i4>16</vt:i4>
      </vt:variant>
    </vt:vector>
  </HeadingPairs>
  <TitlesOfParts>
    <vt:vector size="24" baseType="lpstr">
      <vt:lpstr>Aptos</vt:lpstr>
      <vt:lpstr>Arial</vt:lpstr>
      <vt:lpstr>Courier New</vt:lpstr>
      <vt:lpstr>1 - Portades</vt:lpstr>
      <vt:lpstr>2 - Textos i imatges</vt:lpstr>
      <vt:lpstr>3 - Columnes amb icones i xifres destacades</vt:lpstr>
      <vt:lpstr>4 - Passos i processos</vt:lpstr>
      <vt:lpstr>5 - Tancament</vt:lpstr>
      <vt:lpstr>I Junta Rectora anual del Parc Natural de Cadí-Moixeró</vt:lpstr>
      <vt:lpstr>Presentació i aprovació del Pla d’acció 2026</vt:lpstr>
      <vt:lpstr>Ordre del dia</vt:lpstr>
      <vt:lpstr>Ordre del dia</vt:lpstr>
      <vt:lpstr>Lectura i aprovació, si escau, de l’acta de la sessió anterior.</vt:lpstr>
      <vt:lpstr>Aprovació de la memòria anual de 2025</vt:lpstr>
      <vt:lpstr>Aprovació de la memòria anual de 2025</vt:lpstr>
      <vt:lpstr>Aprovació de la memòria anual de 2025</vt:lpstr>
      <vt:lpstr>Presentació del programa d’actuacions del Parc Natural de Cadí – Moixeró previst per al 2026</vt:lpstr>
      <vt:lpstr>Presentació del pressupost 2026</vt:lpstr>
      <vt:lpstr>Pressupost 2026, en percentatge per àmbit</vt:lpstr>
      <vt:lpstr>Punts clau del pressupost</vt:lpstr>
      <vt:lpstr>Aprovació, si escau, del programa d’actuacions</vt:lpstr>
      <vt:lpstr>Altres qüestions a tractar</vt:lpstr>
      <vt:lpstr>Torn obert de paraules</vt:lpstr>
      <vt:lpstr>parcsnaturals.gencat.cat</vt:lpstr>
    </vt:vector>
  </TitlesOfParts>
  <Company>Direcció General de Comunicació del Govern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per a presentacions en PPT</dc:title>
  <dc:subject>Patrons i diapositives de mostra per a l'elaboració de presentacions</dc:subject>
  <dc:creator>Generalitat de Catalunya</dc:creator>
  <cp:keywords>plantilla, ppt, presentacions, comunicació</cp:keywords>
  <cp:lastModifiedBy>Vilahur Chiaraviglio, Marc</cp:lastModifiedBy>
  <cp:revision>73</cp:revision>
  <dcterms:created xsi:type="dcterms:W3CDTF">2024-05-10T08:41:51Z</dcterms:created>
  <dcterms:modified xsi:type="dcterms:W3CDTF">2026-10-13T18:44:04Z</dcterms:modified>
</cp:coreProperties>
</file>